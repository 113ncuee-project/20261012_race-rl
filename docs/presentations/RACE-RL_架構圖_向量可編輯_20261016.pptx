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2860000" cy="7620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6"/>
  </p:normalViewPr>
  <p:slideViewPr>
    <p:cSldViewPr snapToGrid="0">
      <p:cViewPr>
        <p:scale>
          <a:sx n="76" d="100"/>
          <a:sy n="76" d="100"/>
        </p:scale>
        <p:origin x="-88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RACE-RL研究架構。以原生可編輯向量物件重建，目前圖為概念架構而非晶片layout或字面神經網路層數。單一共享Relational Encoder與Joint Actor組成一個完整action，之後才由環境取得PPA/reward/next state。REINFORCE在episode完成後更新一次。顆數action為1–16，圖中四顆僅示意。GB/LB/RF/PE與ACC支線為環境部分記憶體邏輯路徑，省略vector等細節，並非完整RTL接線圖。PPA指標條是圖像符號，不是量測數值。資料來源：docs/research/cnn_hierarchy.md、configs/cnn_hardware.json、src/race_rl/accelerators/cnn_environment.py、src/race_rl/accelerators/cnn_policy.py。視覺參考：docs/research/figures/race_rl_academic_architecture_20261016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AF2DA46-9ADF-4E5F-AC7E-63FCF7AE5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2878667"/>
            <a:ext cx="18288000" cy="11006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3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E5181D0-3AF7-49CF-B69C-654D4C7C8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9000" y="4191000"/>
            <a:ext cx="16002000" cy="8466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B80DFF6-CC5A-4713-8A08-95D7EFC3F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3175000"/>
            <a:ext cx="18288000" cy="1270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6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EDAEE5C-B770-4F93-BDF8-401A8E0FF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75" y="592667"/>
            <a:ext cx="20288250" cy="9313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8A5FA65-5142-4F75-9DCF-8AE8ABF2D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5875" y="2116667"/>
            <a:ext cx="20288250" cy="47413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4000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1pPr>
            <a:lvl2pPr marL="592667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2pPr>
            <a:lvl3pPr marL="931333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3pPr>
            <a:lvl4pPr marL="1270000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4pPr>
            <a:lvl5pPr marL="1608667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5pPr>
            <a:lvl6pPr marL="1947333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6pPr>
            <a:lvl7pPr marL="2286000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7pPr>
            <a:lvl8pPr marL="2624667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8pPr>
            <a:lvl9pPr marL="2963333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FE85981-5788-4110-AFAE-50B38D3AC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75" y="592667"/>
            <a:ext cx="20288250" cy="9313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718498A-28EE-45AD-8E34-B2AE509CC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5875" y="2116667"/>
            <a:ext cx="9429750" cy="47413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4000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1pPr>
            <a:lvl2pPr marL="592667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2pPr>
            <a:lvl3pPr marL="931333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3pPr>
            <a:lvl4pPr marL="1270000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4pPr>
            <a:lvl5pPr marL="1608667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5pPr>
            <a:lvl6pPr marL="1947333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6pPr>
            <a:lvl7pPr marL="2286000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7pPr>
            <a:lvl8pPr marL="2624667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8pPr>
            <a:lvl9pPr marL="2963333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EC7E3DB-3496-4DA6-AA39-A243650A82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2144375" y="2116667"/>
            <a:ext cx="9429750" cy="47413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4000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1pPr>
            <a:lvl2pPr marL="592667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2pPr>
            <a:lvl3pPr marL="931333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3pPr>
            <a:lvl4pPr marL="1270000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4pPr>
            <a:lvl5pPr marL="1608667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5pPr>
            <a:lvl6pPr marL="1947333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6pPr>
            <a:lvl7pPr marL="2286000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7pPr>
            <a:lvl8pPr marL="2624667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8pPr>
            <a:lvl9pPr marL="2963333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7478B8B-C39C-4062-965A-13BEE5483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75" y="592667"/>
            <a:ext cx="20288250" cy="9313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2310FF0-7230-4A6E-A781-5F845A58F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5875" y="2116667"/>
            <a:ext cx="9429750" cy="47413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4000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1pPr>
            <a:lvl2pPr marL="592667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2pPr>
            <a:lvl3pPr marL="931333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3pPr>
            <a:lvl4pPr marL="1270000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4pPr>
            <a:lvl5pPr marL="1608667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5pPr>
            <a:lvl6pPr marL="1947333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6pPr>
            <a:lvl7pPr marL="2286000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7pPr>
            <a:lvl8pPr marL="2624667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8pPr>
            <a:lvl9pPr marL="2963333" indent="-254000">
              <a:lnSpc>
                <a:spcPct val="110000"/>
              </a:lnSpc>
              <a:spcBef>
                <a:spcPts val="0"/>
              </a:spcBef>
              <a:spcAft>
                <a:spcPts val="1333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tate panel 1">
            <a:extLst>
              <a:ext uri="{FF2B5EF4-FFF2-40B4-BE49-F238E27FC236}">
                <a16:creationId xmlns:a16="http://schemas.microsoft.com/office/drawing/2014/main" id="{D71262F1-D6E8-4734-8EC0-45250CDB04D1}"/>
              </a:ext>
            </a:extLst>
          </p:cNvPr>
          <p:cNvSpPr>
            <a:spLocks noGrp="1"/>
          </p:cNvSpPr>
          <p:nvPr/>
        </p:nvSpPr>
        <p:spPr>
          <a:xfrm>
            <a:off x="457200" y="1143000"/>
            <a:ext cx="3476625" cy="5715000"/>
          </a:xfrm>
          <a:prstGeom prst="rect">
            <a:avLst/>
          </a:prstGeom>
          <a:solidFill>
            <a:srgbClr val="FFFFFF"/>
          </a:solidFill>
          <a:ln w="17145">
            <a:solidFill>
              <a:srgbClr val="2534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ingle Agent panel 1">
            <a:extLst>
              <a:ext uri="{FF2B5EF4-FFF2-40B4-BE49-F238E27FC236}">
                <a16:creationId xmlns:a16="http://schemas.microsoft.com/office/drawing/2014/main" id="{FB2EE4DD-B5E7-4D6C-A82D-1067EF695798}"/>
              </a:ext>
            </a:extLst>
          </p:cNvPr>
          <p:cNvSpPr>
            <a:spLocks noGrp="1"/>
          </p:cNvSpPr>
          <p:nvPr/>
        </p:nvSpPr>
        <p:spPr>
          <a:xfrm>
            <a:off x="4333875" y="1143000"/>
            <a:ext cx="8191500" cy="5715000"/>
          </a:xfrm>
          <a:prstGeom prst="rect">
            <a:avLst/>
          </a:prstGeom>
          <a:solidFill>
            <a:srgbClr val="FFFFFF"/>
          </a:solidFill>
          <a:ln w="17145">
            <a:solidFill>
              <a:srgbClr val="2534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Action panel 1">
            <a:extLst>
              <a:ext uri="{FF2B5EF4-FFF2-40B4-BE49-F238E27FC236}">
                <a16:creationId xmlns:a16="http://schemas.microsoft.com/office/drawing/2014/main" id="{BDF78497-197B-4E71-AE22-02157482EC90}"/>
              </a:ext>
            </a:extLst>
          </p:cNvPr>
          <p:cNvSpPr>
            <a:spLocks noGrp="1"/>
          </p:cNvSpPr>
          <p:nvPr/>
        </p:nvSpPr>
        <p:spPr>
          <a:xfrm>
            <a:off x="12925425" y="1143000"/>
            <a:ext cx="2857500" cy="5715000"/>
          </a:xfrm>
          <a:prstGeom prst="rect">
            <a:avLst/>
          </a:prstGeom>
          <a:solidFill>
            <a:srgbClr val="FFFFFF"/>
          </a:solidFill>
          <a:ln w="17145">
            <a:solidFill>
              <a:srgbClr val="2534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Environment panel 1">
            <a:extLst>
              <a:ext uri="{FF2B5EF4-FFF2-40B4-BE49-F238E27FC236}">
                <a16:creationId xmlns:a16="http://schemas.microsoft.com/office/drawing/2014/main" id="{41C94406-413F-4E83-8B36-E33D3B052915}"/>
              </a:ext>
            </a:extLst>
          </p:cNvPr>
          <p:cNvSpPr>
            <a:spLocks noGrp="1"/>
          </p:cNvSpPr>
          <p:nvPr/>
        </p:nvSpPr>
        <p:spPr>
          <a:xfrm>
            <a:off x="16182975" y="1143000"/>
            <a:ext cx="6219825" cy="5715000"/>
          </a:xfrm>
          <a:prstGeom prst="rect">
            <a:avLst/>
          </a:prstGeom>
          <a:solidFill>
            <a:srgbClr val="FFFFFF"/>
          </a:solidFill>
          <a:ln w="17145">
            <a:solidFill>
              <a:srgbClr val="25343E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5" name="Label State 1">
            <a:extLst>
              <a:ext uri="{FF2B5EF4-FFF2-40B4-BE49-F238E27FC236}">
                <a16:creationId xmlns:a16="http://schemas.microsoft.com/office/drawing/2014/main" id="{C12BC4FA-342A-4ACD-8FD9-E13BC8B33080}"/>
              </a:ext>
            </a:extLst>
          </p:cNvPr>
          <p:cNvSpPr>
            <a:spLocks noGrp="1"/>
          </p:cNvSpPr>
          <p:nvPr/>
        </p:nvSpPr>
        <p:spPr>
          <a:xfrm>
            <a:off x="581025" y="1304925"/>
            <a:ext cx="3228975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345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345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State</a:t>
            </a:r>
          </a:p>
        </p:txBody>
      </p:sp>
      <p:sp>
        <p:nvSpPr>
          <p:cNvPr id="6" name="Label Single RACE-RL Agent 1">
            <a:extLst>
              <a:ext uri="{FF2B5EF4-FFF2-40B4-BE49-F238E27FC236}">
                <a16:creationId xmlns:a16="http://schemas.microsoft.com/office/drawing/2014/main" id="{A2649E03-6C47-4733-B1C3-DC6C92EE2701}"/>
              </a:ext>
            </a:extLst>
          </p:cNvPr>
          <p:cNvSpPr>
            <a:spLocks noGrp="1"/>
          </p:cNvSpPr>
          <p:nvPr/>
        </p:nvSpPr>
        <p:spPr>
          <a:xfrm>
            <a:off x="4514850" y="1304925"/>
            <a:ext cx="78295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345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345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/>
              <a:t>Single RACE-RL Agent</a:t>
            </a:r>
          </a:p>
        </p:txBody>
      </p:sp>
      <p:sp>
        <p:nvSpPr>
          <p:cNvPr id="7" name="Label Complete Action 1">
            <a:extLst>
              <a:ext uri="{FF2B5EF4-FFF2-40B4-BE49-F238E27FC236}">
                <a16:creationId xmlns:a16="http://schemas.microsoft.com/office/drawing/2014/main" id="{EA252A4B-A010-4537-98B0-2CBCC549B41B}"/>
              </a:ext>
            </a:extLst>
          </p:cNvPr>
          <p:cNvSpPr>
            <a:spLocks noGrp="1"/>
          </p:cNvSpPr>
          <p:nvPr/>
        </p:nvSpPr>
        <p:spPr>
          <a:xfrm>
            <a:off x="12992100" y="1343025"/>
            <a:ext cx="27241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85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85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Complete Action</a:t>
            </a:r>
          </a:p>
        </p:txBody>
      </p:sp>
      <p:sp>
        <p:nvSpPr>
          <p:cNvPr id="8" name="Label Environment 1">
            <a:extLst>
              <a:ext uri="{FF2B5EF4-FFF2-40B4-BE49-F238E27FC236}">
                <a16:creationId xmlns:a16="http://schemas.microsoft.com/office/drawing/2014/main" id="{BA1BC6C2-3759-47A9-A6D1-665A9EDA6F3E}"/>
              </a:ext>
            </a:extLst>
          </p:cNvPr>
          <p:cNvSpPr>
            <a:spLocks noGrp="1"/>
          </p:cNvSpPr>
          <p:nvPr/>
        </p:nvSpPr>
        <p:spPr>
          <a:xfrm>
            <a:off x="16354425" y="1304925"/>
            <a:ext cx="5876925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345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345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Environment</a:t>
            </a:r>
          </a:p>
        </p:txBody>
      </p:sp>
      <p:sp>
        <p:nvSpPr>
          <p:cNvPr id="9" name="Connection 1">
            <a:extLst>
              <a:ext uri="{FF2B5EF4-FFF2-40B4-BE49-F238E27FC236}">
                <a16:creationId xmlns:a16="http://schemas.microsoft.com/office/drawing/2014/main" id="{4C5C4522-3AD3-42DE-B1C5-7CD7F9277547}"/>
              </a:ext>
            </a:extLst>
          </p:cNvPr>
          <p:cNvSpPr>
            <a:spLocks noGrp="1"/>
          </p:cNvSpPr>
          <p:nvPr/>
        </p:nvSpPr>
        <p:spPr>
          <a:xfrm>
            <a:off x="647700" y="1981200"/>
            <a:ext cx="3095625" cy="953"/>
          </a:xfrm>
          <a:custGeom>
            <a:avLst/>
            <a:gdLst/>
            <a:ahLst/>
            <a:cxnLst/>
            <a:rect l="0" t="0" r="0" b="0"/>
            <a:pathLst>
              <a:path w="3095625" h="953">
                <a:moveTo>
                  <a:pt x="0" y="0"/>
                </a:moveTo>
                <a:lnTo>
                  <a:pt x="3095625" y="0"/>
                </a:lnTo>
              </a:path>
            </a:pathLst>
          </a:custGeom>
          <a:noFill/>
          <a:ln w="9525">
            <a:solidFill>
              <a:srgbClr val="C3CDD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Connection 2">
            <a:extLst>
              <a:ext uri="{FF2B5EF4-FFF2-40B4-BE49-F238E27FC236}">
                <a16:creationId xmlns:a16="http://schemas.microsoft.com/office/drawing/2014/main" id="{3162C39F-DA19-4D13-B86E-A3AB711164E8}"/>
              </a:ext>
            </a:extLst>
          </p:cNvPr>
          <p:cNvSpPr>
            <a:spLocks noGrp="1"/>
          </p:cNvSpPr>
          <p:nvPr/>
        </p:nvSpPr>
        <p:spPr>
          <a:xfrm>
            <a:off x="4543425" y="1981200"/>
            <a:ext cx="7772400" cy="953"/>
          </a:xfrm>
          <a:custGeom>
            <a:avLst/>
            <a:gdLst/>
            <a:ahLst/>
            <a:cxnLst/>
            <a:rect l="0" t="0" r="0" b="0"/>
            <a:pathLst>
              <a:path w="7772400" h="953">
                <a:moveTo>
                  <a:pt x="0" y="0"/>
                </a:moveTo>
                <a:lnTo>
                  <a:pt x="7772400" y="0"/>
                </a:lnTo>
              </a:path>
            </a:pathLst>
          </a:custGeom>
          <a:noFill/>
          <a:ln w="9525">
            <a:solidFill>
              <a:srgbClr val="C3CDD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onnection 3">
            <a:extLst>
              <a:ext uri="{FF2B5EF4-FFF2-40B4-BE49-F238E27FC236}">
                <a16:creationId xmlns:a16="http://schemas.microsoft.com/office/drawing/2014/main" id="{73B81CFE-AEBE-4898-9820-94BEEC3E8D9A}"/>
              </a:ext>
            </a:extLst>
          </p:cNvPr>
          <p:cNvSpPr>
            <a:spLocks noGrp="1"/>
          </p:cNvSpPr>
          <p:nvPr/>
        </p:nvSpPr>
        <p:spPr>
          <a:xfrm>
            <a:off x="13125450" y="1981200"/>
            <a:ext cx="2457450" cy="953"/>
          </a:xfrm>
          <a:custGeom>
            <a:avLst/>
            <a:gdLst/>
            <a:ahLst/>
            <a:cxnLst/>
            <a:rect l="0" t="0" r="0" b="0"/>
            <a:pathLst>
              <a:path w="2457450" h="953">
                <a:moveTo>
                  <a:pt x="0" y="0"/>
                </a:moveTo>
                <a:lnTo>
                  <a:pt x="2457450" y="0"/>
                </a:lnTo>
              </a:path>
            </a:pathLst>
          </a:custGeom>
          <a:noFill/>
          <a:ln w="9525">
            <a:solidFill>
              <a:srgbClr val="C3CDD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Connection 4">
            <a:extLst>
              <a:ext uri="{FF2B5EF4-FFF2-40B4-BE49-F238E27FC236}">
                <a16:creationId xmlns:a16="http://schemas.microsoft.com/office/drawing/2014/main" id="{66761FAC-A1F0-4333-BBC1-B6ED48758156}"/>
              </a:ext>
            </a:extLst>
          </p:cNvPr>
          <p:cNvSpPr>
            <a:spLocks noGrp="1"/>
          </p:cNvSpPr>
          <p:nvPr/>
        </p:nvSpPr>
        <p:spPr>
          <a:xfrm>
            <a:off x="16392525" y="1981200"/>
            <a:ext cx="5791200" cy="953"/>
          </a:xfrm>
          <a:custGeom>
            <a:avLst/>
            <a:gdLst/>
            <a:ahLst/>
            <a:cxnLst/>
            <a:rect l="0" t="0" r="0" b="0"/>
            <a:pathLst>
              <a:path w="5791200" h="953">
                <a:moveTo>
                  <a:pt x="0" y="0"/>
                </a:moveTo>
                <a:lnTo>
                  <a:pt x="5791200" y="0"/>
                </a:lnTo>
              </a:path>
            </a:pathLst>
          </a:custGeom>
          <a:noFill/>
          <a:ln w="9525">
            <a:solidFill>
              <a:srgbClr val="C3CDD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Connection 5">
            <a:extLst>
              <a:ext uri="{FF2B5EF4-FFF2-40B4-BE49-F238E27FC236}">
                <a16:creationId xmlns:a16="http://schemas.microsoft.com/office/drawing/2014/main" id="{825AD786-F1C2-4441-B21C-C68183CA9E07}"/>
              </a:ext>
            </a:extLst>
          </p:cNvPr>
          <p:cNvSpPr>
            <a:spLocks noGrp="1"/>
          </p:cNvSpPr>
          <p:nvPr/>
        </p:nvSpPr>
        <p:spPr>
          <a:xfrm>
            <a:off x="1152047" y="2445214"/>
            <a:ext cx="391981" cy="132293"/>
          </a:xfrm>
          <a:custGeom>
            <a:avLst/>
            <a:gdLst/>
            <a:ahLst/>
            <a:cxnLst/>
            <a:rect l="0" t="0" r="0" b="0"/>
            <a:pathLst>
              <a:path w="391981" h="132293">
                <a:moveTo>
                  <a:pt x="0" y="132293"/>
                </a:moveTo>
                <a:lnTo>
                  <a:pt x="391981" y="0"/>
                </a:lnTo>
              </a:path>
            </a:pathLst>
          </a:custGeom>
          <a:noFill/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Arrowhead 1">
            <a:extLst>
              <a:ext uri="{FF2B5EF4-FFF2-40B4-BE49-F238E27FC236}">
                <a16:creationId xmlns:a16="http://schemas.microsoft.com/office/drawing/2014/main" id="{3CED291D-357E-4699-A5C7-1CC527049885}"/>
              </a:ext>
            </a:extLst>
          </p:cNvPr>
          <p:cNvSpPr>
            <a:spLocks noGrp="1"/>
          </p:cNvSpPr>
          <p:nvPr/>
        </p:nvSpPr>
        <p:spPr>
          <a:xfrm>
            <a:off x="1465833" y="2436922"/>
            <a:ext cx="78195" cy="62272"/>
          </a:xfrm>
          <a:custGeom>
            <a:avLst/>
            <a:gdLst/>
            <a:ahLst/>
            <a:cxnLst/>
            <a:rect l="0" t="0" r="0" b="0"/>
            <a:pathLst>
              <a:path w="78195" h="62272">
                <a:moveTo>
                  <a:pt x="78195" y="8292"/>
                </a:moveTo>
                <a:lnTo>
                  <a:pt x="21017" y="62272"/>
                </a:lnTo>
                <a:lnTo>
                  <a:pt x="0" y="0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Connection 6">
            <a:extLst>
              <a:ext uri="{FF2B5EF4-FFF2-40B4-BE49-F238E27FC236}">
                <a16:creationId xmlns:a16="http://schemas.microsoft.com/office/drawing/2014/main" id="{DD447855-A65F-4CD7-95BE-2C00824D9B8E}"/>
              </a:ext>
            </a:extLst>
          </p:cNvPr>
          <p:cNvSpPr>
            <a:spLocks noGrp="1"/>
          </p:cNvSpPr>
          <p:nvPr/>
        </p:nvSpPr>
        <p:spPr>
          <a:xfrm>
            <a:off x="1854182" y="2528689"/>
            <a:ext cx="352780" cy="431175"/>
          </a:xfrm>
          <a:custGeom>
            <a:avLst/>
            <a:gdLst/>
            <a:ahLst/>
            <a:cxnLst/>
            <a:rect l="0" t="0" r="0" b="0"/>
            <a:pathLst>
              <a:path w="352780" h="431175">
                <a:moveTo>
                  <a:pt x="0" y="0"/>
                </a:moveTo>
                <a:lnTo>
                  <a:pt x="352780" y="431175"/>
                </a:lnTo>
              </a:path>
            </a:pathLst>
          </a:custGeom>
          <a:noFill/>
          <a:ln w="28575">
            <a:solidFill>
              <a:srgbClr val="C0958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Arrowhead 2">
            <a:extLst>
              <a:ext uri="{FF2B5EF4-FFF2-40B4-BE49-F238E27FC236}">
                <a16:creationId xmlns:a16="http://schemas.microsoft.com/office/drawing/2014/main" id="{AAA1F202-052D-4AD4-93BD-198CCD4E16C2}"/>
              </a:ext>
            </a:extLst>
          </p:cNvPr>
          <p:cNvSpPr>
            <a:spLocks noGrp="1"/>
          </p:cNvSpPr>
          <p:nvPr/>
        </p:nvSpPr>
        <p:spPr>
          <a:xfrm>
            <a:off x="2136291" y="2883766"/>
            <a:ext cx="70670" cy="76099"/>
          </a:xfrm>
          <a:custGeom>
            <a:avLst/>
            <a:gdLst/>
            <a:ahLst/>
            <a:cxnLst/>
            <a:rect l="0" t="0" r="0" b="0"/>
            <a:pathLst>
              <a:path w="70670" h="76099">
                <a:moveTo>
                  <a:pt x="70670" y="76099"/>
                </a:moveTo>
                <a:lnTo>
                  <a:pt x="0" y="41618"/>
                </a:lnTo>
                <a:lnTo>
                  <a:pt x="50866" y="0"/>
                </a:lnTo>
                <a:close/>
              </a:path>
            </a:pathLst>
          </a:custGeom>
          <a:solidFill>
            <a:srgbClr val="C09583"/>
          </a:solidFill>
          <a:ln w="2858">
            <a:solidFill>
              <a:srgbClr val="C0958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Connection 7">
            <a:extLst>
              <a:ext uri="{FF2B5EF4-FFF2-40B4-BE49-F238E27FC236}">
                <a16:creationId xmlns:a16="http://schemas.microsoft.com/office/drawing/2014/main" id="{C684F36F-9871-45CE-8D94-5826A33AF495}"/>
              </a:ext>
            </a:extLst>
          </p:cNvPr>
          <p:cNvSpPr>
            <a:spLocks noGrp="1"/>
          </p:cNvSpPr>
          <p:nvPr/>
        </p:nvSpPr>
        <p:spPr>
          <a:xfrm>
            <a:off x="2954090" y="2672808"/>
            <a:ext cx="306339" cy="456723"/>
          </a:xfrm>
          <a:custGeom>
            <a:avLst/>
            <a:gdLst/>
            <a:ahLst/>
            <a:cxnLst/>
            <a:rect l="0" t="0" r="0" b="0"/>
            <a:pathLst>
              <a:path w="306339" h="456723">
                <a:moveTo>
                  <a:pt x="0" y="0"/>
                </a:moveTo>
                <a:lnTo>
                  <a:pt x="306339" y="456723"/>
                </a:lnTo>
              </a:path>
            </a:pathLst>
          </a:custGeom>
          <a:noFill/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Arrowhead 3">
            <a:extLst>
              <a:ext uri="{FF2B5EF4-FFF2-40B4-BE49-F238E27FC236}">
                <a16:creationId xmlns:a16="http://schemas.microsoft.com/office/drawing/2014/main" id="{105855F9-9B33-4298-A335-7B4E84428B26}"/>
              </a:ext>
            </a:extLst>
          </p:cNvPr>
          <p:cNvSpPr>
            <a:spLocks noGrp="1"/>
          </p:cNvSpPr>
          <p:nvPr/>
        </p:nvSpPr>
        <p:spPr>
          <a:xfrm>
            <a:off x="3193345" y="3051899"/>
            <a:ext cx="67084" cy="77633"/>
          </a:xfrm>
          <a:custGeom>
            <a:avLst/>
            <a:gdLst/>
            <a:ahLst/>
            <a:cxnLst/>
            <a:rect l="0" t="0" r="0" b="0"/>
            <a:pathLst>
              <a:path w="67084" h="77633">
                <a:moveTo>
                  <a:pt x="67084" y="77633"/>
                </a:moveTo>
                <a:lnTo>
                  <a:pt x="0" y="36610"/>
                </a:lnTo>
                <a:lnTo>
                  <a:pt x="54582" y="0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Connection 8">
            <a:extLst>
              <a:ext uri="{FF2B5EF4-FFF2-40B4-BE49-F238E27FC236}">
                <a16:creationId xmlns:a16="http://schemas.microsoft.com/office/drawing/2014/main" id="{F63FAA57-C377-430D-89BF-3C918FB71C5F}"/>
              </a:ext>
            </a:extLst>
          </p:cNvPr>
          <p:cNvSpPr>
            <a:spLocks noGrp="1"/>
          </p:cNvSpPr>
          <p:nvPr/>
        </p:nvSpPr>
        <p:spPr>
          <a:xfrm>
            <a:off x="769213" y="2826687"/>
            <a:ext cx="134755" cy="375390"/>
          </a:xfrm>
          <a:custGeom>
            <a:avLst/>
            <a:gdLst/>
            <a:ahLst/>
            <a:cxnLst/>
            <a:rect l="0" t="0" r="0" b="0"/>
            <a:pathLst>
              <a:path w="134755" h="375390">
                <a:moveTo>
                  <a:pt x="0" y="375390"/>
                </a:moveTo>
                <a:lnTo>
                  <a:pt x="134755" y="0"/>
                </a:lnTo>
              </a:path>
            </a:pathLst>
          </a:custGeom>
          <a:noFill/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Arrowhead 4">
            <a:extLst>
              <a:ext uri="{FF2B5EF4-FFF2-40B4-BE49-F238E27FC236}">
                <a16:creationId xmlns:a16="http://schemas.microsoft.com/office/drawing/2014/main" id="{D644CBC5-761B-4393-B3E2-707AEAA295B5}"/>
              </a:ext>
            </a:extLst>
          </p:cNvPr>
          <p:cNvSpPr>
            <a:spLocks noGrp="1"/>
          </p:cNvSpPr>
          <p:nvPr/>
        </p:nvSpPr>
        <p:spPr>
          <a:xfrm>
            <a:off x="848904" y="2826687"/>
            <a:ext cx="61858" cy="78339"/>
          </a:xfrm>
          <a:custGeom>
            <a:avLst/>
            <a:gdLst/>
            <a:ahLst/>
            <a:cxnLst/>
            <a:rect l="0" t="0" r="0" b="0"/>
            <a:pathLst>
              <a:path w="61858" h="78339">
                <a:moveTo>
                  <a:pt x="55065" y="0"/>
                </a:moveTo>
                <a:lnTo>
                  <a:pt x="61858" y="78339"/>
                </a:lnTo>
                <a:lnTo>
                  <a:pt x="0" y="56134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Connection 9">
            <a:extLst>
              <a:ext uri="{FF2B5EF4-FFF2-40B4-BE49-F238E27FC236}">
                <a16:creationId xmlns:a16="http://schemas.microsoft.com/office/drawing/2014/main" id="{FA58BD01-0C84-4732-9C8A-89064EBDD5EF}"/>
              </a:ext>
            </a:extLst>
          </p:cNvPr>
          <p:cNvSpPr>
            <a:spLocks noGrp="1"/>
          </p:cNvSpPr>
          <p:nvPr/>
        </p:nvSpPr>
        <p:spPr>
          <a:xfrm>
            <a:off x="893699" y="3302880"/>
            <a:ext cx="403435" cy="53467"/>
          </a:xfrm>
          <a:custGeom>
            <a:avLst/>
            <a:gdLst/>
            <a:ahLst/>
            <a:cxnLst/>
            <a:rect l="0" t="0" r="0" b="0"/>
            <a:pathLst>
              <a:path w="403435" h="53467">
                <a:moveTo>
                  <a:pt x="0" y="53467"/>
                </a:moveTo>
                <a:lnTo>
                  <a:pt x="403435" y="0"/>
                </a:lnTo>
              </a:path>
            </a:pathLst>
          </a:custGeom>
          <a:noFill/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Arrowhead 5">
            <a:extLst>
              <a:ext uri="{FF2B5EF4-FFF2-40B4-BE49-F238E27FC236}">
                <a16:creationId xmlns:a16="http://schemas.microsoft.com/office/drawing/2014/main" id="{682C535E-4F14-40C2-9F97-2F9906B6A8AE}"/>
              </a:ext>
            </a:extLst>
          </p:cNvPr>
          <p:cNvSpPr>
            <a:spLocks noGrp="1"/>
          </p:cNvSpPr>
          <p:nvPr/>
        </p:nvSpPr>
        <p:spPr>
          <a:xfrm>
            <a:off x="1221998" y="3279689"/>
            <a:ext cx="75136" cy="65153"/>
          </a:xfrm>
          <a:custGeom>
            <a:avLst/>
            <a:gdLst/>
            <a:ahLst/>
            <a:cxnLst/>
            <a:rect l="0" t="0" r="0" b="0"/>
            <a:pathLst>
              <a:path w="75136" h="65153">
                <a:moveTo>
                  <a:pt x="75136" y="23191"/>
                </a:moveTo>
                <a:lnTo>
                  <a:pt x="8635" y="65153"/>
                </a:lnTo>
                <a:lnTo>
                  <a:pt x="0" y="0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Connection 10">
            <a:extLst>
              <a:ext uri="{FF2B5EF4-FFF2-40B4-BE49-F238E27FC236}">
                <a16:creationId xmlns:a16="http://schemas.microsoft.com/office/drawing/2014/main" id="{732B81B0-C937-4312-97C8-D245327D9996}"/>
              </a:ext>
            </a:extLst>
          </p:cNvPr>
          <p:cNvSpPr>
            <a:spLocks noGrp="1"/>
          </p:cNvSpPr>
          <p:nvPr/>
        </p:nvSpPr>
        <p:spPr>
          <a:xfrm>
            <a:off x="1544388" y="2574555"/>
            <a:ext cx="137751" cy="517945"/>
          </a:xfrm>
          <a:custGeom>
            <a:avLst/>
            <a:gdLst/>
            <a:ahLst/>
            <a:cxnLst/>
            <a:rect l="0" t="0" r="0" b="0"/>
            <a:pathLst>
              <a:path w="137751" h="517945">
                <a:moveTo>
                  <a:pt x="0" y="517945"/>
                </a:moveTo>
                <a:lnTo>
                  <a:pt x="137751" y="0"/>
                </a:lnTo>
              </a:path>
            </a:pathLst>
          </a:custGeom>
          <a:noFill/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Arrowhead 6">
            <a:extLst>
              <a:ext uri="{FF2B5EF4-FFF2-40B4-BE49-F238E27FC236}">
                <a16:creationId xmlns:a16="http://schemas.microsoft.com/office/drawing/2014/main" id="{C3D54621-CD1B-4105-98AA-4E2798815CF4}"/>
              </a:ext>
            </a:extLst>
          </p:cNvPr>
          <p:cNvSpPr>
            <a:spLocks noGrp="1"/>
          </p:cNvSpPr>
          <p:nvPr/>
        </p:nvSpPr>
        <p:spPr>
          <a:xfrm>
            <a:off x="1632021" y="2574555"/>
            <a:ext cx="63515" cy="77484"/>
          </a:xfrm>
          <a:custGeom>
            <a:avLst/>
            <a:gdLst/>
            <a:ahLst/>
            <a:cxnLst/>
            <a:rect l="0" t="0" r="0" b="0"/>
            <a:pathLst>
              <a:path w="63515" h="77484">
                <a:moveTo>
                  <a:pt x="50118" y="0"/>
                </a:moveTo>
                <a:lnTo>
                  <a:pt x="63515" y="77484"/>
                </a:lnTo>
                <a:lnTo>
                  <a:pt x="0" y="60591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Connection 11">
            <a:extLst>
              <a:ext uri="{FF2B5EF4-FFF2-40B4-BE49-F238E27FC236}">
                <a16:creationId xmlns:a16="http://schemas.microsoft.com/office/drawing/2014/main" id="{75CBC231-B79C-4ABA-8DF1-8FF5CF7535CC}"/>
              </a:ext>
            </a:extLst>
          </p:cNvPr>
          <p:cNvSpPr>
            <a:spLocks noGrp="1"/>
          </p:cNvSpPr>
          <p:nvPr/>
        </p:nvSpPr>
        <p:spPr>
          <a:xfrm>
            <a:off x="1682467" y="3152615"/>
            <a:ext cx="454764" cy="87852"/>
          </a:xfrm>
          <a:custGeom>
            <a:avLst/>
            <a:gdLst/>
            <a:ahLst/>
            <a:cxnLst/>
            <a:rect l="0" t="0" r="0" b="0"/>
            <a:pathLst>
              <a:path w="454764" h="87852">
                <a:moveTo>
                  <a:pt x="0" y="87852"/>
                </a:moveTo>
                <a:lnTo>
                  <a:pt x="454764" y="0"/>
                </a:lnTo>
              </a:path>
            </a:pathLst>
          </a:custGeom>
          <a:noFill/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Arrowhead 7">
            <a:extLst>
              <a:ext uri="{FF2B5EF4-FFF2-40B4-BE49-F238E27FC236}">
                <a16:creationId xmlns:a16="http://schemas.microsoft.com/office/drawing/2014/main" id="{BF8C3DA9-5BDD-4EAF-B9E2-8785AF6CD289}"/>
              </a:ext>
            </a:extLst>
          </p:cNvPr>
          <p:cNvSpPr>
            <a:spLocks noGrp="1"/>
          </p:cNvSpPr>
          <p:nvPr/>
        </p:nvSpPr>
        <p:spPr>
          <a:xfrm>
            <a:off x="2060857" y="3133900"/>
            <a:ext cx="76374" cy="64529"/>
          </a:xfrm>
          <a:custGeom>
            <a:avLst/>
            <a:gdLst/>
            <a:ahLst/>
            <a:cxnLst/>
            <a:rect l="0" t="0" r="0" b="0"/>
            <a:pathLst>
              <a:path w="76374" h="64529">
                <a:moveTo>
                  <a:pt x="76374" y="18715"/>
                </a:moveTo>
                <a:lnTo>
                  <a:pt x="12466" y="64529"/>
                </a:lnTo>
                <a:lnTo>
                  <a:pt x="0" y="0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Connection 12">
            <a:extLst>
              <a:ext uri="{FF2B5EF4-FFF2-40B4-BE49-F238E27FC236}">
                <a16:creationId xmlns:a16="http://schemas.microsoft.com/office/drawing/2014/main" id="{3122B32D-2E18-415A-954C-A2AC156F3AE8}"/>
              </a:ext>
            </a:extLst>
          </p:cNvPr>
          <p:cNvSpPr>
            <a:spLocks noGrp="1"/>
          </p:cNvSpPr>
          <p:nvPr/>
        </p:nvSpPr>
        <p:spPr>
          <a:xfrm>
            <a:off x="1184349" y="3442402"/>
            <a:ext cx="217267" cy="384007"/>
          </a:xfrm>
          <a:custGeom>
            <a:avLst/>
            <a:gdLst/>
            <a:ahLst/>
            <a:cxnLst/>
            <a:rect l="0" t="0" r="0" b="0"/>
            <a:pathLst>
              <a:path w="217267" h="384007">
                <a:moveTo>
                  <a:pt x="217267" y="0"/>
                </a:moveTo>
                <a:lnTo>
                  <a:pt x="0" y="384007"/>
                </a:lnTo>
              </a:path>
            </a:pathLst>
          </a:custGeom>
          <a:noFill/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Arrowhead 8">
            <a:extLst>
              <a:ext uri="{FF2B5EF4-FFF2-40B4-BE49-F238E27FC236}">
                <a16:creationId xmlns:a16="http://schemas.microsoft.com/office/drawing/2014/main" id="{22AF0EFD-CD19-4BC6-8E6E-60955FFB5501}"/>
              </a:ext>
            </a:extLst>
          </p:cNvPr>
          <p:cNvSpPr>
            <a:spLocks noGrp="1"/>
          </p:cNvSpPr>
          <p:nvPr/>
        </p:nvSpPr>
        <p:spPr>
          <a:xfrm>
            <a:off x="1184349" y="3748051"/>
            <a:ext cx="63779" cy="78358"/>
          </a:xfrm>
          <a:custGeom>
            <a:avLst/>
            <a:gdLst/>
            <a:ahLst/>
            <a:cxnLst/>
            <a:rect l="0" t="0" r="0" b="0"/>
            <a:pathLst>
              <a:path w="63779" h="78358">
                <a:moveTo>
                  <a:pt x="0" y="78358"/>
                </a:moveTo>
                <a:lnTo>
                  <a:pt x="6578" y="0"/>
                </a:lnTo>
                <a:lnTo>
                  <a:pt x="63779" y="32364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Connection 13">
            <a:extLst>
              <a:ext uri="{FF2B5EF4-FFF2-40B4-BE49-F238E27FC236}">
                <a16:creationId xmlns:a16="http://schemas.microsoft.com/office/drawing/2014/main" id="{CCB0534A-B5B0-42C6-A974-CBE18E4DA658}"/>
              </a:ext>
            </a:extLst>
          </p:cNvPr>
          <p:cNvSpPr>
            <a:spLocks noGrp="1"/>
          </p:cNvSpPr>
          <p:nvPr/>
        </p:nvSpPr>
        <p:spPr>
          <a:xfrm>
            <a:off x="1275883" y="3938302"/>
            <a:ext cx="696283" cy="48862"/>
          </a:xfrm>
          <a:custGeom>
            <a:avLst/>
            <a:gdLst/>
            <a:ahLst/>
            <a:cxnLst/>
            <a:rect l="0" t="0" r="0" b="0"/>
            <a:pathLst>
              <a:path w="696283" h="48862">
                <a:moveTo>
                  <a:pt x="0" y="48862"/>
                </a:moveTo>
                <a:lnTo>
                  <a:pt x="696283" y="0"/>
                </a:lnTo>
              </a:path>
            </a:pathLst>
          </a:custGeom>
          <a:noFill/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Arrowhead 9">
            <a:extLst>
              <a:ext uri="{FF2B5EF4-FFF2-40B4-BE49-F238E27FC236}">
                <a16:creationId xmlns:a16="http://schemas.microsoft.com/office/drawing/2014/main" id="{1AC26785-7E1B-4F3F-AA93-0AD10F0D29FB}"/>
              </a:ext>
            </a:extLst>
          </p:cNvPr>
          <p:cNvSpPr>
            <a:spLocks noGrp="1"/>
          </p:cNvSpPr>
          <p:nvPr/>
        </p:nvSpPr>
        <p:spPr>
          <a:xfrm>
            <a:off x="1898603" y="3910523"/>
            <a:ext cx="73563" cy="65561"/>
          </a:xfrm>
          <a:custGeom>
            <a:avLst/>
            <a:gdLst/>
            <a:ahLst/>
            <a:cxnLst/>
            <a:rect l="0" t="0" r="0" b="0"/>
            <a:pathLst>
              <a:path w="73563" h="65561">
                <a:moveTo>
                  <a:pt x="73563" y="27780"/>
                </a:moveTo>
                <a:lnTo>
                  <a:pt x="4601" y="65561"/>
                </a:lnTo>
                <a:lnTo>
                  <a:pt x="0" y="0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Connection 14">
            <a:extLst>
              <a:ext uri="{FF2B5EF4-FFF2-40B4-BE49-F238E27FC236}">
                <a16:creationId xmlns:a16="http://schemas.microsoft.com/office/drawing/2014/main" id="{E2491088-ADF7-46C4-BAFA-614C1DDD0E17}"/>
              </a:ext>
            </a:extLst>
          </p:cNvPr>
          <p:cNvSpPr>
            <a:spLocks noGrp="1"/>
          </p:cNvSpPr>
          <p:nvPr/>
        </p:nvSpPr>
        <p:spPr>
          <a:xfrm>
            <a:off x="2210928" y="3301476"/>
            <a:ext cx="85337" cy="426684"/>
          </a:xfrm>
          <a:custGeom>
            <a:avLst/>
            <a:gdLst/>
            <a:ahLst/>
            <a:cxnLst/>
            <a:rect l="0" t="0" r="0" b="0"/>
            <a:pathLst>
              <a:path w="85337" h="426684">
                <a:moveTo>
                  <a:pt x="85337" y="0"/>
                </a:moveTo>
                <a:lnTo>
                  <a:pt x="0" y="426684"/>
                </a:lnTo>
              </a:path>
            </a:pathLst>
          </a:custGeom>
          <a:noFill/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Arrowhead 10">
            <a:extLst>
              <a:ext uri="{FF2B5EF4-FFF2-40B4-BE49-F238E27FC236}">
                <a16:creationId xmlns:a16="http://schemas.microsoft.com/office/drawing/2014/main" id="{1F41E968-53CC-421D-A0AA-EDCC97CC93FE}"/>
              </a:ext>
            </a:extLst>
          </p:cNvPr>
          <p:cNvSpPr>
            <a:spLocks noGrp="1"/>
          </p:cNvSpPr>
          <p:nvPr/>
        </p:nvSpPr>
        <p:spPr>
          <a:xfrm>
            <a:off x="2192715" y="3651664"/>
            <a:ext cx="64446" cy="76495"/>
          </a:xfrm>
          <a:custGeom>
            <a:avLst/>
            <a:gdLst/>
            <a:ahLst/>
            <a:cxnLst/>
            <a:rect l="0" t="0" r="0" b="0"/>
            <a:pathLst>
              <a:path w="64446" h="76495">
                <a:moveTo>
                  <a:pt x="18213" y="76495"/>
                </a:moveTo>
                <a:lnTo>
                  <a:pt x="0" y="0"/>
                </a:lnTo>
                <a:lnTo>
                  <a:pt x="64446" y="12889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Connection 15">
            <a:extLst>
              <a:ext uri="{FF2B5EF4-FFF2-40B4-BE49-F238E27FC236}">
                <a16:creationId xmlns:a16="http://schemas.microsoft.com/office/drawing/2014/main" id="{DF725714-BAD4-4DD0-9F75-A0E76DB22A80}"/>
              </a:ext>
            </a:extLst>
          </p:cNvPr>
          <p:cNvSpPr>
            <a:spLocks noGrp="1"/>
          </p:cNvSpPr>
          <p:nvPr/>
        </p:nvSpPr>
        <p:spPr>
          <a:xfrm>
            <a:off x="2361468" y="3940983"/>
            <a:ext cx="477750" cy="42000"/>
          </a:xfrm>
          <a:custGeom>
            <a:avLst/>
            <a:gdLst/>
            <a:ahLst/>
            <a:cxnLst/>
            <a:rect l="0" t="0" r="0" b="0"/>
            <a:pathLst>
              <a:path w="477750" h="42000">
                <a:moveTo>
                  <a:pt x="0" y="0"/>
                </a:moveTo>
                <a:lnTo>
                  <a:pt x="477750" y="42000"/>
                </a:lnTo>
              </a:path>
            </a:pathLst>
          </a:custGeom>
          <a:noFill/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Arrowhead 11">
            <a:extLst>
              <a:ext uri="{FF2B5EF4-FFF2-40B4-BE49-F238E27FC236}">
                <a16:creationId xmlns:a16="http://schemas.microsoft.com/office/drawing/2014/main" id="{70EFB539-F0F9-4E6C-8CE2-41D9023A24EA}"/>
              </a:ext>
            </a:extLst>
          </p:cNvPr>
          <p:cNvSpPr>
            <a:spLocks noGrp="1"/>
          </p:cNvSpPr>
          <p:nvPr/>
        </p:nvSpPr>
        <p:spPr>
          <a:xfrm>
            <a:off x="2765178" y="3943992"/>
            <a:ext cx="74041" cy="65470"/>
          </a:xfrm>
          <a:custGeom>
            <a:avLst/>
            <a:gdLst/>
            <a:ahLst/>
            <a:cxnLst/>
            <a:rect l="0" t="0" r="0" b="0"/>
            <a:pathLst>
              <a:path w="74041" h="65470">
                <a:moveTo>
                  <a:pt x="74041" y="38991"/>
                </a:moveTo>
                <a:lnTo>
                  <a:pt x="0" y="65470"/>
                </a:lnTo>
                <a:lnTo>
                  <a:pt x="5756" y="0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Connection 16">
            <a:extLst>
              <a:ext uri="{FF2B5EF4-FFF2-40B4-BE49-F238E27FC236}">
                <a16:creationId xmlns:a16="http://schemas.microsoft.com/office/drawing/2014/main" id="{5FD70CB3-1A88-4FB0-A984-ED44B7F895C1}"/>
              </a:ext>
            </a:extLst>
          </p:cNvPr>
          <p:cNvSpPr>
            <a:spLocks noGrp="1"/>
          </p:cNvSpPr>
          <p:nvPr/>
        </p:nvSpPr>
        <p:spPr>
          <a:xfrm>
            <a:off x="3119925" y="3476470"/>
            <a:ext cx="166402" cy="351821"/>
          </a:xfrm>
          <a:custGeom>
            <a:avLst/>
            <a:gdLst/>
            <a:ahLst/>
            <a:cxnLst/>
            <a:rect l="0" t="0" r="0" b="0"/>
            <a:pathLst>
              <a:path w="166402" h="351821">
                <a:moveTo>
                  <a:pt x="0" y="351821"/>
                </a:moveTo>
                <a:lnTo>
                  <a:pt x="166402" y="0"/>
                </a:lnTo>
              </a:path>
            </a:pathLst>
          </a:custGeom>
          <a:noFill/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Arrowhead 12">
            <a:extLst>
              <a:ext uri="{FF2B5EF4-FFF2-40B4-BE49-F238E27FC236}">
                <a16:creationId xmlns:a16="http://schemas.microsoft.com/office/drawing/2014/main" id="{094C56E7-4159-42F8-BF41-D83D08581650}"/>
              </a:ext>
            </a:extLst>
          </p:cNvPr>
          <p:cNvSpPr>
            <a:spLocks noGrp="1"/>
          </p:cNvSpPr>
          <p:nvPr/>
        </p:nvSpPr>
        <p:spPr>
          <a:xfrm>
            <a:off x="3226077" y="3476470"/>
            <a:ext cx="60250" cy="78629"/>
          </a:xfrm>
          <a:custGeom>
            <a:avLst/>
            <a:gdLst/>
            <a:ahLst/>
            <a:cxnLst/>
            <a:rect l="0" t="0" r="0" b="0"/>
            <a:pathLst>
              <a:path w="60250" h="78629">
                <a:moveTo>
                  <a:pt x="60250" y="0"/>
                </a:moveTo>
                <a:lnTo>
                  <a:pt x="59412" y="78629"/>
                </a:lnTo>
                <a:lnTo>
                  <a:pt x="0" y="50528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Connection 17">
            <a:extLst>
              <a:ext uri="{FF2B5EF4-FFF2-40B4-BE49-F238E27FC236}">
                <a16:creationId xmlns:a16="http://schemas.microsoft.com/office/drawing/2014/main" id="{5FC3C14B-18A3-4800-A866-9F8B72966B85}"/>
              </a:ext>
            </a:extLst>
          </p:cNvPr>
          <p:cNvSpPr>
            <a:spLocks noGrp="1"/>
          </p:cNvSpPr>
          <p:nvPr/>
        </p:nvSpPr>
        <p:spPr>
          <a:xfrm>
            <a:off x="2521295" y="3147388"/>
            <a:ext cx="653501" cy="113913"/>
          </a:xfrm>
          <a:custGeom>
            <a:avLst/>
            <a:gdLst/>
            <a:ahLst/>
            <a:cxnLst/>
            <a:rect l="0" t="0" r="0" b="0"/>
            <a:pathLst>
              <a:path w="653501" h="113913">
                <a:moveTo>
                  <a:pt x="0" y="0"/>
                </a:moveTo>
                <a:lnTo>
                  <a:pt x="653501" y="113913"/>
                </a:lnTo>
              </a:path>
            </a:pathLst>
          </a:custGeom>
          <a:noFill/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Arrowhead 13">
            <a:extLst>
              <a:ext uri="{FF2B5EF4-FFF2-40B4-BE49-F238E27FC236}">
                <a16:creationId xmlns:a16="http://schemas.microsoft.com/office/drawing/2014/main" id="{6CC8B6EE-4F7C-4615-8222-9C8BF9860301}"/>
              </a:ext>
            </a:extLst>
          </p:cNvPr>
          <p:cNvSpPr>
            <a:spLocks noGrp="1"/>
          </p:cNvSpPr>
          <p:nvPr/>
        </p:nvSpPr>
        <p:spPr>
          <a:xfrm>
            <a:off x="3098777" y="3216661"/>
            <a:ext cx="76019" cy="64746"/>
          </a:xfrm>
          <a:custGeom>
            <a:avLst/>
            <a:gdLst/>
            <a:ahLst/>
            <a:cxnLst/>
            <a:rect l="0" t="0" r="0" b="0"/>
            <a:pathLst>
              <a:path w="76019" h="64746">
                <a:moveTo>
                  <a:pt x="76019" y="44641"/>
                </a:moveTo>
                <a:lnTo>
                  <a:pt x="0" y="64746"/>
                </a:lnTo>
                <a:lnTo>
                  <a:pt x="11286" y="0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Connection 18">
            <a:extLst>
              <a:ext uri="{FF2B5EF4-FFF2-40B4-BE49-F238E27FC236}">
                <a16:creationId xmlns:a16="http://schemas.microsoft.com/office/drawing/2014/main" id="{6DF97BD5-707B-4870-8675-2B4B00D977E2}"/>
              </a:ext>
            </a:extLst>
          </p:cNvPr>
          <p:cNvSpPr>
            <a:spLocks noGrp="1"/>
          </p:cNvSpPr>
          <p:nvPr/>
        </p:nvSpPr>
        <p:spPr>
          <a:xfrm>
            <a:off x="2209060" y="3310816"/>
            <a:ext cx="85337" cy="426684"/>
          </a:xfrm>
          <a:custGeom>
            <a:avLst/>
            <a:gdLst/>
            <a:ahLst/>
            <a:cxnLst/>
            <a:rect l="0" t="0" r="0" b="0"/>
            <a:pathLst>
              <a:path w="85337" h="426684">
                <a:moveTo>
                  <a:pt x="0" y="426684"/>
                </a:moveTo>
                <a:lnTo>
                  <a:pt x="85337" y="0"/>
                </a:lnTo>
              </a:path>
            </a:pathLst>
          </a:custGeom>
          <a:noFill/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Arrowhead 14">
            <a:extLst>
              <a:ext uri="{FF2B5EF4-FFF2-40B4-BE49-F238E27FC236}">
                <a16:creationId xmlns:a16="http://schemas.microsoft.com/office/drawing/2014/main" id="{25722010-158C-4C2E-889B-E945A838514D}"/>
              </a:ext>
            </a:extLst>
          </p:cNvPr>
          <p:cNvSpPr>
            <a:spLocks noGrp="1"/>
          </p:cNvSpPr>
          <p:nvPr/>
        </p:nvSpPr>
        <p:spPr>
          <a:xfrm>
            <a:off x="2248164" y="3310816"/>
            <a:ext cx="64446" cy="76495"/>
          </a:xfrm>
          <a:custGeom>
            <a:avLst/>
            <a:gdLst/>
            <a:ahLst/>
            <a:cxnLst/>
            <a:rect l="0" t="0" r="0" b="0"/>
            <a:pathLst>
              <a:path w="64446" h="76495">
                <a:moveTo>
                  <a:pt x="46233" y="0"/>
                </a:moveTo>
                <a:lnTo>
                  <a:pt x="64446" y="76495"/>
                </a:lnTo>
                <a:lnTo>
                  <a:pt x="0" y="63606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Graph neuron 1">
            <a:extLst>
              <a:ext uri="{FF2B5EF4-FFF2-40B4-BE49-F238E27FC236}">
                <a16:creationId xmlns:a16="http://schemas.microsoft.com/office/drawing/2014/main" id="{4989D080-A47C-497F-86C1-662F71050F5F}"/>
              </a:ext>
            </a:extLst>
          </p:cNvPr>
          <p:cNvSpPr>
            <a:spLocks noGrp="1"/>
          </p:cNvSpPr>
          <p:nvPr/>
        </p:nvSpPr>
        <p:spPr>
          <a:xfrm>
            <a:off x="800100" y="2466975"/>
            <a:ext cx="342900" cy="342900"/>
          </a:xfrm>
          <a:prstGeom prst="ellipse">
            <a:avLst/>
          </a:prstGeom>
          <a:solidFill>
            <a:srgbClr val="8FAFBE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Graph neuron 2">
            <a:extLst>
              <a:ext uri="{FF2B5EF4-FFF2-40B4-BE49-F238E27FC236}">
                <a16:creationId xmlns:a16="http://schemas.microsoft.com/office/drawing/2014/main" id="{D1669BA5-D51E-4543-A57F-1789E6FCB407}"/>
              </a:ext>
            </a:extLst>
          </p:cNvPr>
          <p:cNvSpPr>
            <a:spLocks noGrp="1"/>
          </p:cNvSpPr>
          <p:nvPr/>
        </p:nvSpPr>
        <p:spPr>
          <a:xfrm>
            <a:off x="1562100" y="2209800"/>
            <a:ext cx="342900" cy="342900"/>
          </a:xfrm>
          <a:prstGeom prst="ellipse">
            <a:avLst/>
          </a:prstGeom>
          <a:solidFill>
            <a:srgbClr val="C09583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Graph neuron 3">
            <a:extLst>
              <a:ext uri="{FF2B5EF4-FFF2-40B4-BE49-F238E27FC236}">
                <a16:creationId xmlns:a16="http://schemas.microsoft.com/office/drawing/2014/main" id="{727D77A2-AA12-4F53-9A7B-ADB76C6C4DAB}"/>
              </a:ext>
            </a:extLst>
          </p:cNvPr>
          <p:cNvSpPr>
            <a:spLocks noGrp="1"/>
          </p:cNvSpPr>
          <p:nvPr/>
        </p:nvSpPr>
        <p:spPr>
          <a:xfrm>
            <a:off x="2676525" y="2343150"/>
            <a:ext cx="342900" cy="342900"/>
          </a:xfrm>
          <a:prstGeom prst="ellipse">
            <a:avLst/>
          </a:prstGeom>
          <a:solidFill>
            <a:srgbClr val="CFB67D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Graph neuron 4">
            <a:extLst>
              <a:ext uri="{FF2B5EF4-FFF2-40B4-BE49-F238E27FC236}">
                <a16:creationId xmlns:a16="http://schemas.microsoft.com/office/drawing/2014/main" id="{3DB4BF85-B782-4AEF-A00A-C9F0836FD590}"/>
              </a:ext>
            </a:extLst>
          </p:cNvPr>
          <p:cNvSpPr>
            <a:spLocks noGrp="1"/>
          </p:cNvSpPr>
          <p:nvPr/>
        </p:nvSpPr>
        <p:spPr>
          <a:xfrm>
            <a:off x="533400" y="3209925"/>
            <a:ext cx="342900" cy="342900"/>
          </a:xfrm>
          <a:prstGeom prst="ellipse">
            <a:avLst/>
          </a:prstGeom>
          <a:solidFill>
            <a:srgbClr val="CFB67D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Graph neuron 5">
            <a:extLst>
              <a:ext uri="{FF2B5EF4-FFF2-40B4-BE49-F238E27FC236}">
                <a16:creationId xmlns:a16="http://schemas.microsoft.com/office/drawing/2014/main" id="{0CC87296-9797-49EC-AA51-6B46A4798784}"/>
              </a:ext>
            </a:extLst>
          </p:cNvPr>
          <p:cNvSpPr>
            <a:spLocks noGrp="1"/>
          </p:cNvSpPr>
          <p:nvPr/>
        </p:nvSpPr>
        <p:spPr>
          <a:xfrm>
            <a:off x="1323975" y="3105150"/>
            <a:ext cx="342900" cy="342900"/>
          </a:xfrm>
          <a:prstGeom prst="ellipse">
            <a:avLst/>
          </a:prstGeom>
          <a:solidFill>
            <a:srgbClr val="AE9FB7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Graph neuron 6">
            <a:extLst>
              <a:ext uri="{FF2B5EF4-FFF2-40B4-BE49-F238E27FC236}">
                <a16:creationId xmlns:a16="http://schemas.microsoft.com/office/drawing/2014/main" id="{94A1412E-BD17-4D25-BAAE-F901E0664C62}"/>
              </a:ext>
            </a:extLst>
          </p:cNvPr>
          <p:cNvSpPr>
            <a:spLocks noGrp="1"/>
          </p:cNvSpPr>
          <p:nvPr/>
        </p:nvSpPr>
        <p:spPr>
          <a:xfrm>
            <a:off x="2162175" y="2943225"/>
            <a:ext cx="342900" cy="342900"/>
          </a:xfrm>
          <a:prstGeom prst="ellipse">
            <a:avLst/>
          </a:prstGeom>
          <a:solidFill>
            <a:srgbClr val="CFB67D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Graph neuron 7">
            <a:extLst>
              <a:ext uri="{FF2B5EF4-FFF2-40B4-BE49-F238E27FC236}">
                <a16:creationId xmlns:a16="http://schemas.microsoft.com/office/drawing/2014/main" id="{5A2A1DE5-EE5F-44CF-8A59-05B44BD26848}"/>
              </a:ext>
            </a:extLst>
          </p:cNvPr>
          <p:cNvSpPr>
            <a:spLocks noGrp="1"/>
          </p:cNvSpPr>
          <p:nvPr/>
        </p:nvSpPr>
        <p:spPr>
          <a:xfrm>
            <a:off x="3200400" y="3124200"/>
            <a:ext cx="342900" cy="342900"/>
          </a:xfrm>
          <a:prstGeom prst="ellipse">
            <a:avLst/>
          </a:prstGeom>
          <a:solidFill>
            <a:srgbClr val="91B2A5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Graph neuron 8">
            <a:extLst>
              <a:ext uri="{FF2B5EF4-FFF2-40B4-BE49-F238E27FC236}">
                <a16:creationId xmlns:a16="http://schemas.microsoft.com/office/drawing/2014/main" id="{D11E0730-891A-4AFB-B90F-0D78075C7DF2}"/>
              </a:ext>
            </a:extLst>
          </p:cNvPr>
          <p:cNvSpPr>
            <a:spLocks noGrp="1"/>
          </p:cNvSpPr>
          <p:nvPr/>
        </p:nvSpPr>
        <p:spPr>
          <a:xfrm>
            <a:off x="914400" y="3829050"/>
            <a:ext cx="342900" cy="342900"/>
          </a:xfrm>
          <a:prstGeom prst="ellipse">
            <a:avLst/>
          </a:prstGeom>
          <a:solidFill>
            <a:srgbClr val="91B2A5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Graph neuron 9">
            <a:extLst>
              <a:ext uri="{FF2B5EF4-FFF2-40B4-BE49-F238E27FC236}">
                <a16:creationId xmlns:a16="http://schemas.microsoft.com/office/drawing/2014/main" id="{8EF81461-0022-4BCA-9DC1-98A429541CC8}"/>
              </a:ext>
            </a:extLst>
          </p:cNvPr>
          <p:cNvSpPr>
            <a:spLocks noGrp="1"/>
          </p:cNvSpPr>
          <p:nvPr/>
        </p:nvSpPr>
        <p:spPr>
          <a:xfrm>
            <a:off x="2000250" y="3752850"/>
            <a:ext cx="342900" cy="342900"/>
          </a:xfrm>
          <a:prstGeom prst="ellipse">
            <a:avLst/>
          </a:prstGeom>
          <a:solidFill>
            <a:srgbClr val="8FAFBE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Graph neuron 10">
            <a:extLst>
              <a:ext uri="{FF2B5EF4-FFF2-40B4-BE49-F238E27FC236}">
                <a16:creationId xmlns:a16="http://schemas.microsoft.com/office/drawing/2014/main" id="{F8221A04-2F7A-4A6E-B492-E8B2384D3EF6}"/>
              </a:ext>
            </a:extLst>
          </p:cNvPr>
          <p:cNvSpPr>
            <a:spLocks noGrp="1"/>
          </p:cNvSpPr>
          <p:nvPr/>
        </p:nvSpPr>
        <p:spPr>
          <a:xfrm>
            <a:off x="2867025" y="3829050"/>
            <a:ext cx="342900" cy="342900"/>
          </a:xfrm>
          <a:prstGeom prst="ellipse">
            <a:avLst/>
          </a:prstGeom>
          <a:solidFill>
            <a:srgbClr val="AE9FB7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Chip front 1">
            <a:extLst>
              <a:ext uri="{FF2B5EF4-FFF2-40B4-BE49-F238E27FC236}">
                <a16:creationId xmlns:a16="http://schemas.microsoft.com/office/drawing/2014/main" id="{2C088215-9712-4E29-9F29-59931B2FD20D}"/>
              </a:ext>
            </a:extLst>
          </p:cNvPr>
          <p:cNvSpPr>
            <a:spLocks noGrp="1"/>
          </p:cNvSpPr>
          <p:nvPr/>
        </p:nvSpPr>
        <p:spPr>
          <a:xfrm>
            <a:off x="692468" y="6196013"/>
            <a:ext cx="2918460" cy="77153"/>
          </a:xfrm>
          <a:custGeom>
            <a:avLst/>
            <a:gdLst/>
            <a:ahLst/>
            <a:cxnLst/>
            <a:rect l="0" t="0" r="0" b="0"/>
            <a:pathLst>
              <a:path w="2918460" h="77153">
                <a:moveTo>
                  <a:pt x="0" y="0"/>
                </a:moveTo>
                <a:lnTo>
                  <a:pt x="2918460" y="0"/>
                </a:lnTo>
                <a:lnTo>
                  <a:pt x="2918460" y="77153"/>
                </a:lnTo>
                <a:lnTo>
                  <a:pt x="0" y="77153"/>
                </a:lnTo>
                <a:close/>
              </a:path>
            </a:pathLst>
          </a:custGeom>
          <a:solidFill>
            <a:srgbClr val="CACDD0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Chip side 1">
            <a:extLst>
              <a:ext uri="{FF2B5EF4-FFF2-40B4-BE49-F238E27FC236}">
                <a16:creationId xmlns:a16="http://schemas.microsoft.com/office/drawing/2014/main" id="{79DE9627-F170-40AF-BD24-498A4E0F5373}"/>
              </a:ext>
            </a:extLst>
          </p:cNvPr>
          <p:cNvSpPr>
            <a:spLocks noGrp="1"/>
          </p:cNvSpPr>
          <p:nvPr/>
        </p:nvSpPr>
        <p:spPr>
          <a:xfrm>
            <a:off x="3610928" y="4765358"/>
            <a:ext cx="120015" cy="1507808"/>
          </a:xfrm>
          <a:custGeom>
            <a:avLst/>
            <a:gdLst/>
            <a:ahLst/>
            <a:cxnLst/>
            <a:rect l="0" t="0" r="0" b="0"/>
            <a:pathLst>
              <a:path w="120015" h="1507808">
                <a:moveTo>
                  <a:pt x="120015" y="0"/>
                </a:moveTo>
                <a:lnTo>
                  <a:pt x="120015" y="77153"/>
                </a:lnTo>
                <a:lnTo>
                  <a:pt x="0" y="1507808"/>
                </a:lnTo>
                <a:lnTo>
                  <a:pt x="0" y="1430655"/>
                </a:lnTo>
                <a:close/>
              </a:path>
            </a:pathLst>
          </a:custGeom>
          <a:solidFill>
            <a:srgbClr val="B5B8BA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Chip top 1">
            <a:extLst>
              <a:ext uri="{FF2B5EF4-FFF2-40B4-BE49-F238E27FC236}">
                <a16:creationId xmlns:a16="http://schemas.microsoft.com/office/drawing/2014/main" id="{A00359A2-75DB-4F2D-9FDD-CDEF19EE4B4A}"/>
              </a:ext>
            </a:extLst>
          </p:cNvPr>
          <p:cNvSpPr>
            <a:spLocks noGrp="1"/>
          </p:cNvSpPr>
          <p:nvPr/>
        </p:nvSpPr>
        <p:spPr>
          <a:xfrm>
            <a:off x="692468" y="4765358"/>
            <a:ext cx="3038475" cy="1430655"/>
          </a:xfrm>
          <a:custGeom>
            <a:avLst/>
            <a:gdLst/>
            <a:ahLst/>
            <a:cxnLst/>
            <a:rect l="0" t="0" r="0" b="0"/>
            <a:pathLst>
              <a:path w="3038475" h="1430655">
                <a:moveTo>
                  <a:pt x="120015" y="0"/>
                </a:moveTo>
                <a:lnTo>
                  <a:pt x="3038475" y="0"/>
                </a:lnTo>
                <a:lnTo>
                  <a:pt x="2918460" y="1430655"/>
                </a:lnTo>
                <a:lnTo>
                  <a:pt x="0" y="1430655"/>
                </a:lnTo>
                <a:close/>
              </a:path>
            </a:pathLst>
          </a:custGeom>
          <a:solidFill>
            <a:srgbClr val="E8ECEF"/>
          </a:solidFill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Connection 19">
            <a:extLst>
              <a:ext uri="{FF2B5EF4-FFF2-40B4-BE49-F238E27FC236}">
                <a16:creationId xmlns:a16="http://schemas.microsoft.com/office/drawing/2014/main" id="{29CD66F8-12FF-4FEE-BAFF-C87F5518AA9B}"/>
              </a:ext>
            </a:extLst>
          </p:cNvPr>
          <p:cNvSpPr>
            <a:spLocks noGrp="1"/>
          </p:cNvSpPr>
          <p:nvPr/>
        </p:nvSpPr>
        <p:spPr>
          <a:xfrm>
            <a:off x="1912620" y="5076825"/>
            <a:ext cx="468630" cy="953"/>
          </a:xfrm>
          <a:custGeom>
            <a:avLst/>
            <a:gdLst/>
            <a:ahLst/>
            <a:cxnLst/>
            <a:rect l="0" t="0" r="0" b="0"/>
            <a:pathLst>
              <a:path w="468630" h="953">
                <a:moveTo>
                  <a:pt x="0" y="0"/>
                </a:moveTo>
                <a:lnTo>
                  <a:pt x="468630" y="0"/>
                </a:lnTo>
              </a:path>
            </a:pathLst>
          </a:custGeom>
          <a:noFill/>
          <a:ln w="22289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Arrowhead 15">
            <a:extLst>
              <a:ext uri="{FF2B5EF4-FFF2-40B4-BE49-F238E27FC236}">
                <a16:creationId xmlns:a16="http://schemas.microsoft.com/office/drawing/2014/main" id="{A4BEF401-C032-4D9F-9838-5B9F7FC3C1FC}"/>
              </a:ext>
            </a:extLst>
          </p:cNvPr>
          <p:cNvSpPr>
            <a:spLocks noGrp="1"/>
          </p:cNvSpPr>
          <p:nvPr/>
        </p:nvSpPr>
        <p:spPr>
          <a:xfrm>
            <a:off x="2312670" y="5045278"/>
            <a:ext cx="68580" cy="63094"/>
          </a:xfrm>
          <a:custGeom>
            <a:avLst/>
            <a:gdLst/>
            <a:ahLst/>
            <a:cxnLst/>
            <a:rect l="0" t="0" r="0" b="0"/>
            <a:pathLst>
              <a:path w="68580" h="63094">
                <a:moveTo>
                  <a:pt x="68580" y="31547"/>
                </a:moveTo>
                <a:lnTo>
                  <a:pt x="0" y="63094"/>
                </a:lnTo>
                <a:lnTo>
                  <a:pt x="0" y="0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Arrowhead 16">
            <a:extLst>
              <a:ext uri="{FF2B5EF4-FFF2-40B4-BE49-F238E27FC236}">
                <a16:creationId xmlns:a16="http://schemas.microsoft.com/office/drawing/2014/main" id="{A9CDC6BB-4ADB-49C1-A2E8-79CE7E13D9EE}"/>
              </a:ext>
            </a:extLst>
          </p:cNvPr>
          <p:cNvSpPr>
            <a:spLocks noGrp="1"/>
          </p:cNvSpPr>
          <p:nvPr/>
        </p:nvSpPr>
        <p:spPr>
          <a:xfrm>
            <a:off x="1912620" y="5045278"/>
            <a:ext cx="68580" cy="63094"/>
          </a:xfrm>
          <a:custGeom>
            <a:avLst/>
            <a:gdLst/>
            <a:ahLst/>
            <a:cxnLst/>
            <a:rect l="0" t="0" r="0" b="0"/>
            <a:pathLst>
              <a:path w="68580" h="63094">
                <a:moveTo>
                  <a:pt x="0" y="31547"/>
                </a:moveTo>
                <a:lnTo>
                  <a:pt x="68580" y="0"/>
                </a:lnTo>
                <a:lnTo>
                  <a:pt x="68580" y="63094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Connection 20">
            <a:extLst>
              <a:ext uri="{FF2B5EF4-FFF2-40B4-BE49-F238E27FC236}">
                <a16:creationId xmlns:a16="http://schemas.microsoft.com/office/drawing/2014/main" id="{0C82BEFE-834A-46DC-9973-DB9854BB73D3}"/>
              </a:ext>
            </a:extLst>
          </p:cNvPr>
          <p:cNvSpPr>
            <a:spLocks noGrp="1"/>
          </p:cNvSpPr>
          <p:nvPr/>
        </p:nvSpPr>
        <p:spPr>
          <a:xfrm>
            <a:off x="1912620" y="5867400"/>
            <a:ext cx="468630" cy="953"/>
          </a:xfrm>
          <a:custGeom>
            <a:avLst/>
            <a:gdLst/>
            <a:ahLst/>
            <a:cxnLst/>
            <a:rect l="0" t="0" r="0" b="0"/>
            <a:pathLst>
              <a:path w="468630" h="953">
                <a:moveTo>
                  <a:pt x="0" y="0"/>
                </a:moveTo>
                <a:lnTo>
                  <a:pt x="468630" y="0"/>
                </a:lnTo>
              </a:path>
            </a:pathLst>
          </a:custGeom>
          <a:noFill/>
          <a:ln w="22289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Arrowhead 17">
            <a:extLst>
              <a:ext uri="{FF2B5EF4-FFF2-40B4-BE49-F238E27FC236}">
                <a16:creationId xmlns:a16="http://schemas.microsoft.com/office/drawing/2014/main" id="{5BA68199-CCB1-4D99-A253-223C928D3679}"/>
              </a:ext>
            </a:extLst>
          </p:cNvPr>
          <p:cNvSpPr>
            <a:spLocks noGrp="1"/>
          </p:cNvSpPr>
          <p:nvPr/>
        </p:nvSpPr>
        <p:spPr>
          <a:xfrm>
            <a:off x="2312670" y="5835853"/>
            <a:ext cx="68580" cy="63094"/>
          </a:xfrm>
          <a:custGeom>
            <a:avLst/>
            <a:gdLst/>
            <a:ahLst/>
            <a:cxnLst/>
            <a:rect l="0" t="0" r="0" b="0"/>
            <a:pathLst>
              <a:path w="68580" h="63094">
                <a:moveTo>
                  <a:pt x="68580" y="31547"/>
                </a:moveTo>
                <a:lnTo>
                  <a:pt x="0" y="63094"/>
                </a:lnTo>
                <a:lnTo>
                  <a:pt x="0" y="0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Arrowhead 18">
            <a:extLst>
              <a:ext uri="{FF2B5EF4-FFF2-40B4-BE49-F238E27FC236}">
                <a16:creationId xmlns:a16="http://schemas.microsoft.com/office/drawing/2014/main" id="{D93A28A2-2DA2-4591-AAFE-DF75BC2033AF}"/>
              </a:ext>
            </a:extLst>
          </p:cNvPr>
          <p:cNvSpPr>
            <a:spLocks noGrp="1"/>
          </p:cNvSpPr>
          <p:nvPr/>
        </p:nvSpPr>
        <p:spPr>
          <a:xfrm>
            <a:off x="1912620" y="5835853"/>
            <a:ext cx="68580" cy="63094"/>
          </a:xfrm>
          <a:custGeom>
            <a:avLst/>
            <a:gdLst/>
            <a:ahLst/>
            <a:cxnLst/>
            <a:rect l="0" t="0" r="0" b="0"/>
            <a:pathLst>
              <a:path w="68580" h="63094">
                <a:moveTo>
                  <a:pt x="0" y="31547"/>
                </a:moveTo>
                <a:lnTo>
                  <a:pt x="68580" y="0"/>
                </a:lnTo>
                <a:lnTo>
                  <a:pt x="68580" y="63094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Connection 21">
            <a:extLst>
              <a:ext uri="{FF2B5EF4-FFF2-40B4-BE49-F238E27FC236}">
                <a16:creationId xmlns:a16="http://schemas.microsoft.com/office/drawing/2014/main" id="{49D761E8-DC17-4342-8D0A-30855681717A}"/>
              </a:ext>
            </a:extLst>
          </p:cNvPr>
          <p:cNvSpPr>
            <a:spLocks noGrp="1"/>
          </p:cNvSpPr>
          <p:nvPr/>
        </p:nvSpPr>
        <p:spPr>
          <a:xfrm>
            <a:off x="1314450" y="5355908"/>
            <a:ext cx="953" cy="282893"/>
          </a:xfrm>
          <a:custGeom>
            <a:avLst/>
            <a:gdLst/>
            <a:ahLst/>
            <a:cxnLst/>
            <a:rect l="0" t="0" r="0" b="0"/>
            <a:pathLst>
              <a:path w="953" h="282893">
                <a:moveTo>
                  <a:pt x="0" y="0"/>
                </a:moveTo>
                <a:lnTo>
                  <a:pt x="0" y="282893"/>
                </a:lnTo>
              </a:path>
            </a:pathLst>
          </a:custGeom>
          <a:noFill/>
          <a:ln w="22289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Arrowhead 19">
            <a:extLst>
              <a:ext uri="{FF2B5EF4-FFF2-40B4-BE49-F238E27FC236}">
                <a16:creationId xmlns:a16="http://schemas.microsoft.com/office/drawing/2014/main" id="{547921BE-1CC2-4399-80F5-62E8914CAA5B}"/>
              </a:ext>
            </a:extLst>
          </p:cNvPr>
          <p:cNvSpPr>
            <a:spLocks noGrp="1"/>
          </p:cNvSpPr>
          <p:nvPr/>
        </p:nvSpPr>
        <p:spPr>
          <a:xfrm>
            <a:off x="1282903" y="5570220"/>
            <a:ext cx="63094" cy="68580"/>
          </a:xfrm>
          <a:custGeom>
            <a:avLst/>
            <a:gdLst/>
            <a:ahLst/>
            <a:cxnLst/>
            <a:rect l="0" t="0" r="0" b="0"/>
            <a:pathLst>
              <a:path w="63094" h="68580">
                <a:moveTo>
                  <a:pt x="31547" y="68580"/>
                </a:moveTo>
                <a:lnTo>
                  <a:pt x="0" y="0"/>
                </a:lnTo>
                <a:lnTo>
                  <a:pt x="63094" y="0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Arrowhead 20">
            <a:extLst>
              <a:ext uri="{FF2B5EF4-FFF2-40B4-BE49-F238E27FC236}">
                <a16:creationId xmlns:a16="http://schemas.microsoft.com/office/drawing/2014/main" id="{49051458-F113-4D59-84EB-ACC7234F6A99}"/>
              </a:ext>
            </a:extLst>
          </p:cNvPr>
          <p:cNvSpPr>
            <a:spLocks noGrp="1"/>
          </p:cNvSpPr>
          <p:nvPr/>
        </p:nvSpPr>
        <p:spPr>
          <a:xfrm>
            <a:off x="1282903" y="5355908"/>
            <a:ext cx="63094" cy="68580"/>
          </a:xfrm>
          <a:custGeom>
            <a:avLst/>
            <a:gdLst/>
            <a:ahLst/>
            <a:cxnLst/>
            <a:rect l="0" t="0" r="0" b="0"/>
            <a:pathLst>
              <a:path w="63094" h="68580">
                <a:moveTo>
                  <a:pt x="31547" y="0"/>
                </a:moveTo>
                <a:lnTo>
                  <a:pt x="63094" y="68580"/>
                </a:lnTo>
                <a:lnTo>
                  <a:pt x="0" y="68580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Connection 22">
            <a:extLst>
              <a:ext uri="{FF2B5EF4-FFF2-40B4-BE49-F238E27FC236}">
                <a16:creationId xmlns:a16="http://schemas.microsoft.com/office/drawing/2014/main" id="{2036DD42-771B-4732-B2FD-5EC3D9A83A11}"/>
              </a:ext>
            </a:extLst>
          </p:cNvPr>
          <p:cNvSpPr>
            <a:spLocks noGrp="1"/>
          </p:cNvSpPr>
          <p:nvPr/>
        </p:nvSpPr>
        <p:spPr>
          <a:xfrm>
            <a:off x="2886075" y="5355908"/>
            <a:ext cx="953" cy="282893"/>
          </a:xfrm>
          <a:custGeom>
            <a:avLst/>
            <a:gdLst/>
            <a:ahLst/>
            <a:cxnLst/>
            <a:rect l="0" t="0" r="0" b="0"/>
            <a:pathLst>
              <a:path w="953" h="282893">
                <a:moveTo>
                  <a:pt x="0" y="0"/>
                </a:moveTo>
                <a:lnTo>
                  <a:pt x="0" y="282893"/>
                </a:lnTo>
              </a:path>
            </a:pathLst>
          </a:custGeom>
          <a:noFill/>
          <a:ln w="22289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Arrowhead 21">
            <a:extLst>
              <a:ext uri="{FF2B5EF4-FFF2-40B4-BE49-F238E27FC236}">
                <a16:creationId xmlns:a16="http://schemas.microsoft.com/office/drawing/2014/main" id="{3E36C196-9447-4E0E-8D99-C6F4F0B295F9}"/>
              </a:ext>
            </a:extLst>
          </p:cNvPr>
          <p:cNvSpPr>
            <a:spLocks noGrp="1"/>
          </p:cNvSpPr>
          <p:nvPr/>
        </p:nvSpPr>
        <p:spPr>
          <a:xfrm>
            <a:off x="2854528" y="5570220"/>
            <a:ext cx="63094" cy="68580"/>
          </a:xfrm>
          <a:custGeom>
            <a:avLst/>
            <a:gdLst/>
            <a:ahLst/>
            <a:cxnLst/>
            <a:rect l="0" t="0" r="0" b="0"/>
            <a:pathLst>
              <a:path w="63094" h="68580">
                <a:moveTo>
                  <a:pt x="31547" y="68580"/>
                </a:moveTo>
                <a:lnTo>
                  <a:pt x="0" y="0"/>
                </a:lnTo>
                <a:lnTo>
                  <a:pt x="63094" y="0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Arrowhead 22">
            <a:extLst>
              <a:ext uri="{FF2B5EF4-FFF2-40B4-BE49-F238E27FC236}">
                <a16:creationId xmlns:a16="http://schemas.microsoft.com/office/drawing/2014/main" id="{3FE03CCB-8BBF-4D73-AAA6-740691D5BE04}"/>
              </a:ext>
            </a:extLst>
          </p:cNvPr>
          <p:cNvSpPr>
            <a:spLocks noGrp="1"/>
          </p:cNvSpPr>
          <p:nvPr/>
        </p:nvSpPr>
        <p:spPr>
          <a:xfrm>
            <a:off x="2854528" y="5355908"/>
            <a:ext cx="63094" cy="68580"/>
          </a:xfrm>
          <a:custGeom>
            <a:avLst/>
            <a:gdLst/>
            <a:ahLst/>
            <a:cxnLst/>
            <a:rect l="0" t="0" r="0" b="0"/>
            <a:pathLst>
              <a:path w="63094" h="68580">
                <a:moveTo>
                  <a:pt x="31547" y="0"/>
                </a:moveTo>
                <a:lnTo>
                  <a:pt x="63094" y="68580"/>
                </a:lnTo>
                <a:lnTo>
                  <a:pt x="0" y="68580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Chip front 2">
            <a:extLst>
              <a:ext uri="{FF2B5EF4-FFF2-40B4-BE49-F238E27FC236}">
                <a16:creationId xmlns:a16="http://schemas.microsoft.com/office/drawing/2014/main" id="{98E9B348-9E60-42BC-A207-A5B8DBEBEAE1}"/>
              </a:ext>
            </a:extLst>
          </p:cNvPr>
          <p:cNvSpPr>
            <a:spLocks noGrp="1"/>
          </p:cNvSpPr>
          <p:nvPr/>
        </p:nvSpPr>
        <p:spPr>
          <a:xfrm>
            <a:off x="838200" y="5276850"/>
            <a:ext cx="952500" cy="60007"/>
          </a:xfrm>
          <a:custGeom>
            <a:avLst/>
            <a:gdLst/>
            <a:ahLst/>
            <a:cxnLst/>
            <a:rect l="0" t="0" r="0" b="0"/>
            <a:pathLst>
              <a:path w="952500" h="60007">
                <a:moveTo>
                  <a:pt x="0" y="0"/>
                </a:moveTo>
                <a:lnTo>
                  <a:pt x="952500" y="0"/>
                </a:lnTo>
                <a:lnTo>
                  <a:pt x="952500" y="60007"/>
                </a:lnTo>
                <a:lnTo>
                  <a:pt x="0" y="60007"/>
                </a:lnTo>
                <a:close/>
              </a:path>
            </a:pathLst>
          </a:custGeom>
          <a:solidFill>
            <a:srgbClr val="7C98A5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Chip side 2">
            <a:extLst>
              <a:ext uri="{FF2B5EF4-FFF2-40B4-BE49-F238E27FC236}">
                <a16:creationId xmlns:a16="http://schemas.microsoft.com/office/drawing/2014/main" id="{5E647BCB-88D2-4C80-A3C6-2A52BE9D2243}"/>
              </a:ext>
            </a:extLst>
          </p:cNvPr>
          <p:cNvSpPr>
            <a:spLocks noGrp="1"/>
          </p:cNvSpPr>
          <p:nvPr/>
        </p:nvSpPr>
        <p:spPr>
          <a:xfrm>
            <a:off x="1790700" y="4876800"/>
            <a:ext cx="102870" cy="460057"/>
          </a:xfrm>
          <a:custGeom>
            <a:avLst/>
            <a:gdLst/>
            <a:ahLst/>
            <a:cxnLst/>
            <a:rect l="0" t="0" r="0" b="0"/>
            <a:pathLst>
              <a:path w="102870" h="460057">
                <a:moveTo>
                  <a:pt x="102870" y="0"/>
                </a:moveTo>
                <a:lnTo>
                  <a:pt x="102870" y="60007"/>
                </a:lnTo>
                <a:lnTo>
                  <a:pt x="0" y="460057"/>
                </a:lnTo>
                <a:lnTo>
                  <a:pt x="0" y="400050"/>
                </a:lnTo>
                <a:close/>
              </a:path>
            </a:pathLst>
          </a:custGeom>
          <a:solidFill>
            <a:srgbClr val="708994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Chip top 2">
            <a:extLst>
              <a:ext uri="{FF2B5EF4-FFF2-40B4-BE49-F238E27FC236}">
                <a16:creationId xmlns:a16="http://schemas.microsoft.com/office/drawing/2014/main" id="{E37BA95F-1E68-40BD-88BE-541BC131A170}"/>
              </a:ext>
            </a:extLst>
          </p:cNvPr>
          <p:cNvSpPr>
            <a:spLocks noGrp="1"/>
          </p:cNvSpPr>
          <p:nvPr/>
        </p:nvSpPr>
        <p:spPr>
          <a:xfrm>
            <a:off x="838200" y="4876800"/>
            <a:ext cx="1055370" cy="400050"/>
          </a:xfrm>
          <a:custGeom>
            <a:avLst/>
            <a:gdLst/>
            <a:ahLst/>
            <a:cxnLst/>
            <a:rect l="0" t="0" r="0" b="0"/>
            <a:pathLst>
              <a:path w="1055370" h="400050">
                <a:moveTo>
                  <a:pt x="102870" y="0"/>
                </a:moveTo>
                <a:lnTo>
                  <a:pt x="1055370" y="0"/>
                </a:lnTo>
                <a:lnTo>
                  <a:pt x="952500" y="400050"/>
                </a:lnTo>
                <a:lnTo>
                  <a:pt x="0" y="400050"/>
                </a:lnTo>
                <a:close/>
              </a:path>
            </a:pathLst>
          </a:custGeom>
          <a:solidFill>
            <a:srgbClr val="8FAFBE"/>
          </a:solidFill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Connection 23">
            <a:extLst>
              <a:ext uri="{FF2B5EF4-FFF2-40B4-BE49-F238E27FC236}">
                <a16:creationId xmlns:a16="http://schemas.microsoft.com/office/drawing/2014/main" id="{9EFB1E7C-5233-43FC-A477-6912082EFA06}"/>
              </a:ext>
            </a:extLst>
          </p:cNvPr>
          <p:cNvSpPr>
            <a:spLocks noGrp="1"/>
          </p:cNvSpPr>
          <p:nvPr/>
        </p:nvSpPr>
        <p:spPr>
          <a:xfrm>
            <a:off x="1028700" y="4905375"/>
            <a:ext cx="102870" cy="342900"/>
          </a:xfrm>
          <a:custGeom>
            <a:avLst/>
            <a:gdLst/>
            <a:ahLst/>
            <a:cxnLst/>
            <a:rect l="0" t="0" r="0" b="0"/>
            <a:pathLst>
              <a:path w="102870" h="342900">
                <a:moveTo>
                  <a:pt x="102870" y="0"/>
                </a:moveTo>
                <a:lnTo>
                  <a:pt x="0" y="342900"/>
                </a:lnTo>
              </a:path>
            </a:pathLst>
          </a:custGeom>
          <a:noFill/>
          <a:ln w="5715">
            <a:solidFill>
              <a:srgbClr val="829FA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Connection 24">
            <a:extLst>
              <a:ext uri="{FF2B5EF4-FFF2-40B4-BE49-F238E27FC236}">
                <a16:creationId xmlns:a16="http://schemas.microsoft.com/office/drawing/2014/main" id="{842D4A1E-5024-4FF1-85E2-8A457913D4AE}"/>
              </a:ext>
            </a:extLst>
          </p:cNvPr>
          <p:cNvSpPr>
            <a:spLocks noGrp="1"/>
          </p:cNvSpPr>
          <p:nvPr/>
        </p:nvSpPr>
        <p:spPr>
          <a:xfrm>
            <a:off x="1219200" y="4905375"/>
            <a:ext cx="102870" cy="342900"/>
          </a:xfrm>
          <a:custGeom>
            <a:avLst/>
            <a:gdLst/>
            <a:ahLst/>
            <a:cxnLst/>
            <a:rect l="0" t="0" r="0" b="0"/>
            <a:pathLst>
              <a:path w="102870" h="342900">
                <a:moveTo>
                  <a:pt x="102870" y="0"/>
                </a:moveTo>
                <a:lnTo>
                  <a:pt x="0" y="342900"/>
                </a:lnTo>
              </a:path>
            </a:pathLst>
          </a:custGeom>
          <a:noFill/>
          <a:ln w="5715">
            <a:solidFill>
              <a:srgbClr val="829FA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Connection 25">
            <a:extLst>
              <a:ext uri="{FF2B5EF4-FFF2-40B4-BE49-F238E27FC236}">
                <a16:creationId xmlns:a16="http://schemas.microsoft.com/office/drawing/2014/main" id="{2A8F66DD-A0B2-4DC0-B1F5-03A1696C4A2F}"/>
              </a:ext>
            </a:extLst>
          </p:cNvPr>
          <p:cNvSpPr>
            <a:spLocks noGrp="1"/>
          </p:cNvSpPr>
          <p:nvPr/>
        </p:nvSpPr>
        <p:spPr>
          <a:xfrm>
            <a:off x="1409700" y="4905375"/>
            <a:ext cx="102870" cy="342900"/>
          </a:xfrm>
          <a:custGeom>
            <a:avLst/>
            <a:gdLst/>
            <a:ahLst/>
            <a:cxnLst/>
            <a:rect l="0" t="0" r="0" b="0"/>
            <a:pathLst>
              <a:path w="102870" h="342900">
                <a:moveTo>
                  <a:pt x="102870" y="0"/>
                </a:moveTo>
                <a:lnTo>
                  <a:pt x="0" y="342900"/>
                </a:lnTo>
              </a:path>
            </a:pathLst>
          </a:custGeom>
          <a:noFill/>
          <a:ln w="5715">
            <a:solidFill>
              <a:srgbClr val="829FA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Connection 26">
            <a:extLst>
              <a:ext uri="{FF2B5EF4-FFF2-40B4-BE49-F238E27FC236}">
                <a16:creationId xmlns:a16="http://schemas.microsoft.com/office/drawing/2014/main" id="{02AB5843-A154-455F-8FDC-FA248E8162A7}"/>
              </a:ext>
            </a:extLst>
          </p:cNvPr>
          <p:cNvSpPr>
            <a:spLocks noGrp="1"/>
          </p:cNvSpPr>
          <p:nvPr/>
        </p:nvSpPr>
        <p:spPr>
          <a:xfrm>
            <a:off x="1600200" y="4905375"/>
            <a:ext cx="102870" cy="342900"/>
          </a:xfrm>
          <a:custGeom>
            <a:avLst/>
            <a:gdLst/>
            <a:ahLst/>
            <a:cxnLst/>
            <a:rect l="0" t="0" r="0" b="0"/>
            <a:pathLst>
              <a:path w="102870" h="342900">
                <a:moveTo>
                  <a:pt x="102870" y="0"/>
                </a:moveTo>
                <a:lnTo>
                  <a:pt x="0" y="342900"/>
                </a:lnTo>
              </a:path>
            </a:pathLst>
          </a:custGeom>
          <a:noFill/>
          <a:ln w="5715">
            <a:solidFill>
              <a:srgbClr val="829FA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Connection 27">
            <a:extLst>
              <a:ext uri="{FF2B5EF4-FFF2-40B4-BE49-F238E27FC236}">
                <a16:creationId xmlns:a16="http://schemas.microsoft.com/office/drawing/2014/main" id="{69FD82CE-C90B-4F0C-BDD3-3E1C852DD9AE}"/>
              </a:ext>
            </a:extLst>
          </p:cNvPr>
          <p:cNvSpPr>
            <a:spLocks noGrp="1"/>
          </p:cNvSpPr>
          <p:nvPr/>
        </p:nvSpPr>
        <p:spPr>
          <a:xfrm>
            <a:off x="935355" y="5010150"/>
            <a:ext cx="895350" cy="953"/>
          </a:xfrm>
          <a:custGeom>
            <a:avLst/>
            <a:gdLst/>
            <a:ahLst/>
            <a:cxnLst/>
            <a:rect l="0" t="0" r="0" b="0"/>
            <a:pathLst>
              <a:path w="895350" h="953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/>
          <a:ln w="5715">
            <a:solidFill>
              <a:srgbClr val="829FA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Connection 28">
            <a:extLst>
              <a:ext uri="{FF2B5EF4-FFF2-40B4-BE49-F238E27FC236}">
                <a16:creationId xmlns:a16="http://schemas.microsoft.com/office/drawing/2014/main" id="{3E12CAA9-3ADF-4DB8-8CC1-5BEC8420BC7F}"/>
              </a:ext>
            </a:extLst>
          </p:cNvPr>
          <p:cNvSpPr>
            <a:spLocks noGrp="1"/>
          </p:cNvSpPr>
          <p:nvPr/>
        </p:nvSpPr>
        <p:spPr>
          <a:xfrm>
            <a:off x="901065" y="5143500"/>
            <a:ext cx="895350" cy="953"/>
          </a:xfrm>
          <a:custGeom>
            <a:avLst/>
            <a:gdLst/>
            <a:ahLst/>
            <a:cxnLst/>
            <a:rect l="0" t="0" r="0" b="0"/>
            <a:pathLst>
              <a:path w="895350" h="953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/>
          <a:ln w="5715">
            <a:solidFill>
              <a:srgbClr val="829FA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Contact 1">
            <a:extLst>
              <a:ext uri="{FF2B5EF4-FFF2-40B4-BE49-F238E27FC236}">
                <a16:creationId xmlns:a16="http://schemas.microsoft.com/office/drawing/2014/main" id="{B4FBDAE9-F362-4F61-88BB-60D49B1DE054}"/>
              </a:ext>
            </a:extLst>
          </p:cNvPr>
          <p:cNvSpPr>
            <a:spLocks noGrp="1"/>
          </p:cNvSpPr>
          <p:nvPr/>
        </p:nvSpPr>
        <p:spPr>
          <a:xfrm>
            <a:off x="914400" y="5286375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Contact 2">
            <a:extLst>
              <a:ext uri="{FF2B5EF4-FFF2-40B4-BE49-F238E27FC236}">
                <a16:creationId xmlns:a16="http://schemas.microsoft.com/office/drawing/2014/main" id="{F6D3FECB-1114-468D-8B67-4221E240F3DF}"/>
              </a:ext>
            </a:extLst>
          </p:cNvPr>
          <p:cNvSpPr>
            <a:spLocks noGrp="1"/>
          </p:cNvSpPr>
          <p:nvPr/>
        </p:nvSpPr>
        <p:spPr>
          <a:xfrm>
            <a:off x="1014413" y="5286375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Contact 3">
            <a:extLst>
              <a:ext uri="{FF2B5EF4-FFF2-40B4-BE49-F238E27FC236}">
                <a16:creationId xmlns:a16="http://schemas.microsoft.com/office/drawing/2014/main" id="{584B64A3-0D79-4AE8-BB79-5867AB713ACD}"/>
              </a:ext>
            </a:extLst>
          </p:cNvPr>
          <p:cNvSpPr>
            <a:spLocks noGrp="1"/>
          </p:cNvSpPr>
          <p:nvPr/>
        </p:nvSpPr>
        <p:spPr>
          <a:xfrm>
            <a:off x="1114425" y="5286375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Contact 4">
            <a:extLst>
              <a:ext uri="{FF2B5EF4-FFF2-40B4-BE49-F238E27FC236}">
                <a16:creationId xmlns:a16="http://schemas.microsoft.com/office/drawing/2014/main" id="{C4A1DCA0-C8C5-4B71-8EAC-72F453B96B71}"/>
              </a:ext>
            </a:extLst>
          </p:cNvPr>
          <p:cNvSpPr>
            <a:spLocks noGrp="1"/>
          </p:cNvSpPr>
          <p:nvPr/>
        </p:nvSpPr>
        <p:spPr>
          <a:xfrm>
            <a:off x="1214438" y="5286375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Contact 5">
            <a:extLst>
              <a:ext uri="{FF2B5EF4-FFF2-40B4-BE49-F238E27FC236}">
                <a16:creationId xmlns:a16="http://schemas.microsoft.com/office/drawing/2014/main" id="{82C6C79F-5CBC-4F92-96F3-F46514C8EF4A}"/>
              </a:ext>
            </a:extLst>
          </p:cNvPr>
          <p:cNvSpPr>
            <a:spLocks noGrp="1"/>
          </p:cNvSpPr>
          <p:nvPr/>
        </p:nvSpPr>
        <p:spPr>
          <a:xfrm>
            <a:off x="1314450" y="5286375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Contact 6">
            <a:extLst>
              <a:ext uri="{FF2B5EF4-FFF2-40B4-BE49-F238E27FC236}">
                <a16:creationId xmlns:a16="http://schemas.microsoft.com/office/drawing/2014/main" id="{F3A3402A-9F58-49ED-9BE4-0003B17E540F}"/>
              </a:ext>
            </a:extLst>
          </p:cNvPr>
          <p:cNvSpPr>
            <a:spLocks noGrp="1"/>
          </p:cNvSpPr>
          <p:nvPr/>
        </p:nvSpPr>
        <p:spPr>
          <a:xfrm>
            <a:off x="1414463" y="5286375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Contact 7">
            <a:extLst>
              <a:ext uri="{FF2B5EF4-FFF2-40B4-BE49-F238E27FC236}">
                <a16:creationId xmlns:a16="http://schemas.microsoft.com/office/drawing/2014/main" id="{1B8BCA72-F538-4473-BD4B-FB8743CF7FCE}"/>
              </a:ext>
            </a:extLst>
          </p:cNvPr>
          <p:cNvSpPr>
            <a:spLocks noGrp="1"/>
          </p:cNvSpPr>
          <p:nvPr/>
        </p:nvSpPr>
        <p:spPr>
          <a:xfrm>
            <a:off x="1514475" y="5286375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Contact 8">
            <a:extLst>
              <a:ext uri="{FF2B5EF4-FFF2-40B4-BE49-F238E27FC236}">
                <a16:creationId xmlns:a16="http://schemas.microsoft.com/office/drawing/2014/main" id="{FAACDC25-0BEF-4297-A92C-4AA26CD32229}"/>
              </a:ext>
            </a:extLst>
          </p:cNvPr>
          <p:cNvSpPr>
            <a:spLocks noGrp="1"/>
          </p:cNvSpPr>
          <p:nvPr/>
        </p:nvSpPr>
        <p:spPr>
          <a:xfrm>
            <a:off x="1614488" y="5286375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Label c₀ 1">
            <a:extLst>
              <a:ext uri="{FF2B5EF4-FFF2-40B4-BE49-F238E27FC236}">
                <a16:creationId xmlns:a16="http://schemas.microsoft.com/office/drawing/2014/main" id="{4E00BC40-42BA-4FE8-BC51-077EF687FE7D}"/>
              </a:ext>
            </a:extLst>
          </p:cNvPr>
          <p:cNvSpPr>
            <a:spLocks noGrp="1"/>
          </p:cNvSpPr>
          <p:nvPr/>
        </p:nvSpPr>
        <p:spPr>
          <a:xfrm>
            <a:off x="889635" y="4895850"/>
            <a:ext cx="952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89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c₀</a:t>
            </a:r>
          </a:p>
        </p:txBody>
      </p:sp>
      <p:sp>
        <p:nvSpPr>
          <p:cNvPr id="84" name="Chip front 3">
            <a:extLst>
              <a:ext uri="{FF2B5EF4-FFF2-40B4-BE49-F238E27FC236}">
                <a16:creationId xmlns:a16="http://schemas.microsoft.com/office/drawing/2014/main" id="{31A2BDD4-92CF-41A8-BA15-818DD5404AAE}"/>
              </a:ext>
            </a:extLst>
          </p:cNvPr>
          <p:cNvSpPr>
            <a:spLocks noGrp="1"/>
          </p:cNvSpPr>
          <p:nvPr/>
        </p:nvSpPr>
        <p:spPr>
          <a:xfrm>
            <a:off x="2409825" y="5276850"/>
            <a:ext cx="952500" cy="60007"/>
          </a:xfrm>
          <a:custGeom>
            <a:avLst/>
            <a:gdLst/>
            <a:ahLst/>
            <a:cxnLst/>
            <a:rect l="0" t="0" r="0" b="0"/>
            <a:pathLst>
              <a:path w="952500" h="60007">
                <a:moveTo>
                  <a:pt x="0" y="0"/>
                </a:moveTo>
                <a:lnTo>
                  <a:pt x="952500" y="0"/>
                </a:lnTo>
                <a:lnTo>
                  <a:pt x="952500" y="60007"/>
                </a:lnTo>
                <a:lnTo>
                  <a:pt x="0" y="60007"/>
                </a:lnTo>
                <a:close/>
              </a:path>
            </a:pathLst>
          </a:custGeom>
          <a:solidFill>
            <a:srgbClr val="7E9B90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Chip side 3">
            <a:extLst>
              <a:ext uri="{FF2B5EF4-FFF2-40B4-BE49-F238E27FC236}">
                <a16:creationId xmlns:a16="http://schemas.microsoft.com/office/drawing/2014/main" id="{185CC57F-B41E-47CB-AF03-E93E0F72F2CD}"/>
              </a:ext>
            </a:extLst>
          </p:cNvPr>
          <p:cNvSpPr>
            <a:spLocks noGrp="1"/>
          </p:cNvSpPr>
          <p:nvPr/>
        </p:nvSpPr>
        <p:spPr>
          <a:xfrm>
            <a:off x="3362325" y="4876800"/>
            <a:ext cx="102870" cy="460057"/>
          </a:xfrm>
          <a:custGeom>
            <a:avLst/>
            <a:gdLst/>
            <a:ahLst/>
            <a:cxnLst/>
            <a:rect l="0" t="0" r="0" b="0"/>
            <a:pathLst>
              <a:path w="102870" h="460057">
                <a:moveTo>
                  <a:pt x="102870" y="0"/>
                </a:moveTo>
                <a:lnTo>
                  <a:pt x="102870" y="60007"/>
                </a:lnTo>
                <a:lnTo>
                  <a:pt x="0" y="460057"/>
                </a:lnTo>
                <a:lnTo>
                  <a:pt x="0" y="400050"/>
                </a:lnTo>
                <a:close/>
              </a:path>
            </a:pathLst>
          </a:custGeom>
          <a:solidFill>
            <a:srgbClr val="718B81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Chip top 3">
            <a:extLst>
              <a:ext uri="{FF2B5EF4-FFF2-40B4-BE49-F238E27FC236}">
                <a16:creationId xmlns:a16="http://schemas.microsoft.com/office/drawing/2014/main" id="{F65B0407-AA63-41F8-8AEA-404F5EC4CCD1}"/>
              </a:ext>
            </a:extLst>
          </p:cNvPr>
          <p:cNvSpPr>
            <a:spLocks noGrp="1"/>
          </p:cNvSpPr>
          <p:nvPr/>
        </p:nvSpPr>
        <p:spPr>
          <a:xfrm>
            <a:off x="2409825" y="4876800"/>
            <a:ext cx="1055370" cy="400050"/>
          </a:xfrm>
          <a:custGeom>
            <a:avLst/>
            <a:gdLst/>
            <a:ahLst/>
            <a:cxnLst/>
            <a:rect l="0" t="0" r="0" b="0"/>
            <a:pathLst>
              <a:path w="1055370" h="400050">
                <a:moveTo>
                  <a:pt x="102870" y="0"/>
                </a:moveTo>
                <a:lnTo>
                  <a:pt x="1055370" y="0"/>
                </a:lnTo>
                <a:lnTo>
                  <a:pt x="952500" y="400050"/>
                </a:lnTo>
                <a:lnTo>
                  <a:pt x="0" y="400050"/>
                </a:lnTo>
                <a:close/>
              </a:path>
            </a:pathLst>
          </a:custGeom>
          <a:solidFill>
            <a:srgbClr val="91B2A5"/>
          </a:solidFill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Connection 29">
            <a:extLst>
              <a:ext uri="{FF2B5EF4-FFF2-40B4-BE49-F238E27FC236}">
                <a16:creationId xmlns:a16="http://schemas.microsoft.com/office/drawing/2014/main" id="{C483FFA8-EDAA-46E2-AAC5-EEB14B811336}"/>
              </a:ext>
            </a:extLst>
          </p:cNvPr>
          <p:cNvSpPr>
            <a:spLocks noGrp="1"/>
          </p:cNvSpPr>
          <p:nvPr/>
        </p:nvSpPr>
        <p:spPr>
          <a:xfrm>
            <a:off x="2600325" y="4905375"/>
            <a:ext cx="102870" cy="342900"/>
          </a:xfrm>
          <a:custGeom>
            <a:avLst/>
            <a:gdLst/>
            <a:ahLst/>
            <a:cxnLst/>
            <a:rect l="0" t="0" r="0" b="0"/>
            <a:pathLst>
              <a:path w="102870" h="342900">
                <a:moveTo>
                  <a:pt x="102870" y="0"/>
                </a:moveTo>
                <a:lnTo>
                  <a:pt x="0" y="342900"/>
                </a:lnTo>
              </a:path>
            </a:pathLst>
          </a:custGeom>
          <a:noFill/>
          <a:ln w="5715">
            <a:solidFill>
              <a:srgbClr val="84A29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Connection 30">
            <a:extLst>
              <a:ext uri="{FF2B5EF4-FFF2-40B4-BE49-F238E27FC236}">
                <a16:creationId xmlns:a16="http://schemas.microsoft.com/office/drawing/2014/main" id="{643CC057-86C1-422A-9BA3-C9F4DE376002}"/>
              </a:ext>
            </a:extLst>
          </p:cNvPr>
          <p:cNvSpPr>
            <a:spLocks noGrp="1"/>
          </p:cNvSpPr>
          <p:nvPr/>
        </p:nvSpPr>
        <p:spPr>
          <a:xfrm>
            <a:off x="2790825" y="4905375"/>
            <a:ext cx="102870" cy="342900"/>
          </a:xfrm>
          <a:custGeom>
            <a:avLst/>
            <a:gdLst/>
            <a:ahLst/>
            <a:cxnLst/>
            <a:rect l="0" t="0" r="0" b="0"/>
            <a:pathLst>
              <a:path w="102870" h="342900">
                <a:moveTo>
                  <a:pt x="102870" y="0"/>
                </a:moveTo>
                <a:lnTo>
                  <a:pt x="0" y="342900"/>
                </a:lnTo>
              </a:path>
            </a:pathLst>
          </a:custGeom>
          <a:noFill/>
          <a:ln w="5715">
            <a:solidFill>
              <a:srgbClr val="84A29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9" name="Connection 31">
            <a:extLst>
              <a:ext uri="{FF2B5EF4-FFF2-40B4-BE49-F238E27FC236}">
                <a16:creationId xmlns:a16="http://schemas.microsoft.com/office/drawing/2014/main" id="{9D31D316-7245-40A5-9BE6-2D4228387ADA}"/>
              </a:ext>
            </a:extLst>
          </p:cNvPr>
          <p:cNvSpPr>
            <a:spLocks noGrp="1"/>
          </p:cNvSpPr>
          <p:nvPr/>
        </p:nvSpPr>
        <p:spPr>
          <a:xfrm>
            <a:off x="2981325" y="4905375"/>
            <a:ext cx="102870" cy="342900"/>
          </a:xfrm>
          <a:custGeom>
            <a:avLst/>
            <a:gdLst/>
            <a:ahLst/>
            <a:cxnLst/>
            <a:rect l="0" t="0" r="0" b="0"/>
            <a:pathLst>
              <a:path w="102870" h="342900">
                <a:moveTo>
                  <a:pt x="102870" y="0"/>
                </a:moveTo>
                <a:lnTo>
                  <a:pt x="0" y="342900"/>
                </a:lnTo>
              </a:path>
            </a:pathLst>
          </a:custGeom>
          <a:noFill/>
          <a:ln w="5715">
            <a:solidFill>
              <a:srgbClr val="84A29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Connection 32">
            <a:extLst>
              <a:ext uri="{FF2B5EF4-FFF2-40B4-BE49-F238E27FC236}">
                <a16:creationId xmlns:a16="http://schemas.microsoft.com/office/drawing/2014/main" id="{69BA5A9D-A110-488F-9A2C-C37629858AF9}"/>
              </a:ext>
            </a:extLst>
          </p:cNvPr>
          <p:cNvSpPr>
            <a:spLocks noGrp="1"/>
          </p:cNvSpPr>
          <p:nvPr/>
        </p:nvSpPr>
        <p:spPr>
          <a:xfrm>
            <a:off x="3171825" y="4905375"/>
            <a:ext cx="102870" cy="342900"/>
          </a:xfrm>
          <a:custGeom>
            <a:avLst/>
            <a:gdLst/>
            <a:ahLst/>
            <a:cxnLst/>
            <a:rect l="0" t="0" r="0" b="0"/>
            <a:pathLst>
              <a:path w="102870" h="342900">
                <a:moveTo>
                  <a:pt x="102870" y="0"/>
                </a:moveTo>
                <a:lnTo>
                  <a:pt x="0" y="342900"/>
                </a:lnTo>
              </a:path>
            </a:pathLst>
          </a:custGeom>
          <a:noFill/>
          <a:ln w="5715">
            <a:solidFill>
              <a:srgbClr val="84A29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Connection 33">
            <a:extLst>
              <a:ext uri="{FF2B5EF4-FFF2-40B4-BE49-F238E27FC236}">
                <a16:creationId xmlns:a16="http://schemas.microsoft.com/office/drawing/2014/main" id="{EF3D50C3-8356-495B-971B-D94E72084DA4}"/>
              </a:ext>
            </a:extLst>
          </p:cNvPr>
          <p:cNvSpPr>
            <a:spLocks noGrp="1"/>
          </p:cNvSpPr>
          <p:nvPr/>
        </p:nvSpPr>
        <p:spPr>
          <a:xfrm>
            <a:off x="2506980" y="5010150"/>
            <a:ext cx="895350" cy="953"/>
          </a:xfrm>
          <a:custGeom>
            <a:avLst/>
            <a:gdLst/>
            <a:ahLst/>
            <a:cxnLst/>
            <a:rect l="0" t="0" r="0" b="0"/>
            <a:pathLst>
              <a:path w="895350" h="953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/>
          <a:ln w="5715">
            <a:solidFill>
              <a:srgbClr val="84A29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Connection 34">
            <a:extLst>
              <a:ext uri="{FF2B5EF4-FFF2-40B4-BE49-F238E27FC236}">
                <a16:creationId xmlns:a16="http://schemas.microsoft.com/office/drawing/2014/main" id="{BC658FAC-D4C1-4D1F-B0A9-387AC57A9A13}"/>
              </a:ext>
            </a:extLst>
          </p:cNvPr>
          <p:cNvSpPr>
            <a:spLocks noGrp="1"/>
          </p:cNvSpPr>
          <p:nvPr/>
        </p:nvSpPr>
        <p:spPr>
          <a:xfrm>
            <a:off x="2472690" y="5143500"/>
            <a:ext cx="895350" cy="953"/>
          </a:xfrm>
          <a:custGeom>
            <a:avLst/>
            <a:gdLst/>
            <a:ahLst/>
            <a:cxnLst/>
            <a:rect l="0" t="0" r="0" b="0"/>
            <a:pathLst>
              <a:path w="895350" h="953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/>
          <a:ln w="5715">
            <a:solidFill>
              <a:srgbClr val="84A29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Contact 9">
            <a:extLst>
              <a:ext uri="{FF2B5EF4-FFF2-40B4-BE49-F238E27FC236}">
                <a16:creationId xmlns:a16="http://schemas.microsoft.com/office/drawing/2014/main" id="{BF873DCE-5F49-490F-9DBA-2CFC90E78603}"/>
              </a:ext>
            </a:extLst>
          </p:cNvPr>
          <p:cNvSpPr>
            <a:spLocks noGrp="1"/>
          </p:cNvSpPr>
          <p:nvPr/>
        </p:nvSpPr>
        <p:spPr>
          <a:xfrm>
            <a:off x="2486025" y="5286375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Contact 10">
            <a:extLst>
              <a:ext uri="{FF2B5EF4-FFF2-40B4-BE49-F238E27FC236}">
                <a16:creationId xmlns:a16="http://schemas.microsoft.com/office/drawing/2014/main" id="{95AF551D-ADD8-4DA3-BE19-C203C1F6A180}"/>
              </a:ext>
            </a:extLst>
          </p:cNvPr>
          <p:cNvSpPr>
            <a:spLocks noGrp="1"/>
          </p:cNvSpPr>
          <p:nvPr/>
        </p:nvSpPr>
        <p:spPr>
          <a:xfrm>
            <a:off x="2586038" y="5286375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Contact 11">
            <a:extLst>
              <a:ext uri="{FF2B5EF4-FFF2-40B4-BE49-F238E27FC236}">
                <a16:creationId xmlns:a16="http://schemas.microsoft.com/office/drawing/2014/main" id="{3651EB9A-6FC1-432B-9C16-960F74F48B9E}"/>
              </a:ext>
            </a:extLst>
          </p:cNvPr>
          <p:cNvSpPr>
            <a:spLocks noGrp="1"/>
          </p:cNvSpPr>
          <p:nvPr/>
        </p:nvSpPr>
        <p:spPr>
          <a:xfrm>
            <a:off x="2686050" y="5286375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Contact 12">
            <a:extLst>
              <a:ext uri="{FF2B5EF4-FFF2-40B4-BE49-F238E27FC236}">
                <a16:creationId xmlns:a16="http://schemas.microsoft.com/office/drawing/2014/main" id="{5994A608-A98F-4FBC-AB3E-D6AD7E15280A}"/>
              </a:ext>
            </a:extLst>
          </p:cNvPr>
          <p:cNvSpPr>
            <a:spLocks noGrp="1"/>
          </p:cNvSpPr>
          <p:nvPr/>
        </p:nvSpPr>
        <p:spPr>
          <a:xfrm>
            <a:off x="2786063" y="5286375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Contact 13">
            <a:extLst>
              <a:ext uri="{FF2B5EF4-FFF2-40B4-BE49-F238E27FC236}">
                <a16:creationId xmlns:a16="http://schemas.microsoft.com/office/drawing/2014/main" id="{6EDD9AB6-2867-437A-B857-1BC9F43E485D}"/>
              </a:ext>
            </a:extLst>
          </p:cNvPr>
          <p:cNvSpPr>
            <a:spLocks noGrp="1"/>
          </p:cNvSpPr>
          <p:nvPr/>
        </p:nvSpPr>
        <p:spPr>
          <a:xfrm>
            <a:off x="2886075" y="5286375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Contact 14">
            <a:extLst>
              <a:ext uri="{FF2B5EF4-FFF2-40B4-BE49-F238E27FC236}">
                <a16:creationId xmlns:a16="http://schemas.microsoft.com/office/drawing/2014/main" id="{597FA6E9-4B94-4604-A2AC-1DB226C389A7}"/>
              </a:ext>
            </a:extLst>
          </p:cNvPr>
          <p:cNvSpPr>
            <a:spLocks noGrp="1"/>
          </p:cNvSpPr>
          <p:nvPr/>
        </p:nvSpPr>
        <p:spPr>
          <a:xfrm>
            <a:off x="2986088" y="5286375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Contact 15">
            <a:extLst>
              <a:ext uri="{FF2B5EF4-FFF2-40B4-BE49-F238E27FC236}">
                <a16:creationId xmlns:a16="http://schemas.microsoft.com/office/drawing/2014/main" id="{679C725D-6541-4D29-A7A6-234AA401AF10}"/>
              </a:ext>
            </a:extLst>
          </p:cNvPr>
          <p:cNvSpPr>
            <a:spLocks noGrp="1"/>
          </p:cNvSpPr>
          <p:nvPr/>
        </p:nvSpPr>
        <p:spPr>
          <a:xfrm>
            <a:off x="3086100" y="5286375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Contact 16">
            <a:extLst>
              <a:ext uri="{FF2B5EF4-FFF2-40B4-BE49-F238E27FC236}">
                <a16:creationId xmlns:a16="http://schemas.microsoft.com/office/drawing/2014/main" id="{109060D6-5470-4591-84C7-9F3AAE64D8FC}"/>
              </a:ext>
            </a:extLst>
          </p:cNvPr>
          <p:cNvSpPr>
            <a:spLocks noGrp="1"/>
          </p:cNvSpPr>
          <p:nvPr/>
        </p:nvSpPr>
        <p:spPr>
          <a:xfrm>
            <a:off x="3186113" y="5286375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Label c₁ 1">
            <a:extLst>
              <a:ext uri="{FF2B5EF4-FFF2-40B4-BE49-F238E27FC236}">
                <a16:creationId xmlns:a16="http://schemas.microsoft.com/office/drawing/2014/main" id="{8B1E5F1D-1615-47D3-A56A-58F7C691E3D3}"/>
              </a:ext>
            </a:extLst>
          </p:cNvPr>
          <p:cNvSpPr>
            <a:spLocks noGrp="1"/>
          </p:cNvSpPr>
          <p:nvPr/>
        </p:nvSpPr>
        <p:spPr>
          <a:xfrm>
            <a:off x="2461260" y="4895850"/>
            <a:ext cx="952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89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c₁</a:t>
            </a:r>
          </a:p>
        </p:txBody>
      </p:sp>
      <p:sp>
        <p:nvSpPr>
          <p:cNvPr id="102" name="Chip front 4">
            <a:extLst>
              <a:ext uri="{FF2B5EF4-FFF2-40B4-BE49-F238E27FC236}">
                <a16:creationId xmlns:a16="http://schemas.microsoft.com/office/drawing/2014/main" id="{91BD2FF3-6ACF-441A-BA9A-D3FED8D3CB97}"/>
              </a:ext>
            </a:extLst>
          </p:cNvPr>
          <p:cNvSpPr>
            <a:spLocks noGrp="1"/>
          </p:cNvSpPr>
          <p:nvPr/>
        </p:nvSpPr>
        <p:spPr>
          <a:xfrm>
            <a:off x="838200" y="6067425"/>
            <a:ext cx="952500" cy="60007"/>
          </a:xfrm>
          <a:custGeom>
            <a:avLst/>
            <a:gdLst/>
            <a:ahLst/>
            <a:cxnLst/>
            <a:rect l="0" t="0" r="0" b="0"/>
            <a:pathLst>
              <a:path w="952500" h="60007">
                <a:moveTo>
                  <a:pt x="0" y="0"/>
                </a:moveTo>
                <a:lnTo>
                  <a:pt x="952500" y="0"/>
                </a:lnTo>
                <a:lnTo>
                  <a:pt x="952500" y="60007"/>
                </a:lnTo>
                <a:lnTo>
                  <a:pt x="0" y="60007"/>
                </a:lnTo>
                <a:close/>
              </a:path>
            </a:pathLst>
          </a:custGeom>
          <a:solidFill>
            <a:srgbClr val="B49E6D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Chip side 4">
            <a:extLst>
              <a:ext uri="{FF2B5EF4-FFF2-40B4-BE49-F238E27FC236}">
                <a16:creationId xmlns:a16="http://schemas.microsoft.com/office/drawing/2014/main" id="{8770E072-F9CF-421F-9A53-96B6C1853B7C}"/>
              </a:ext>
            </a:extLst>
          </p:cNvPr>
          <p:cNvSpPr>
            <a:spLocks noGrp="1"/>
          </p:cNvSpPr>
          <p:nvPr/>
        </p:nvSpPr>
        <p:spPr>
          <a:xfrm>
            <a:off x="1790700" y="5667375"/>
            <a:ext cx="102870" cy="460057"/>
          </a:xfrm>
          <a:custGeom>
            <a:avLst/>
            <a:gdLst/>
            <a:ahLst/>
            <a:cxnLst/>
            <a:rect l="0" t="0" r="0" b="0"/>
            <a:pathLst>
              <a:path w="102870" h="460057">
                <a:moveTo>
                  <a:pt x="102870" y="0"/>
                </a:moveTo>
                <a:lnTo>
                  <a:pt x="102870" y="60007"/>
                </a:lnTo>
                <a:lnTo>
                  <a:pt x="0" y="460057"/>
                </a:lnTo>
                <a:lnTo>
                  <a:pt x="0" y="400050"/>
                </a:lnTo>
                <a:close/>
              </a:path>
            </a:pathLst>
          </a:custGeom>
          <a:solidFill>
            <a:srgbClr val="A18E62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Chip top 4">
            <a:extLst>
              <a:ext uri="{FF2B5EF4-FFF2-40B4-BE49-F238E27FC236}">
                <a16:creationId xmlns:a16="http://schemas.microsoft.com/office/drawing/2014/main" id="{2DACF047-9583-442D-9D16-FE706FF04D80}"/>
              </a:ext>
            </a:extLst>
          </p:cNvPr>
          <p:cNvSpPr>
            <a:spLocks noGrp="1"/>
          </p:cNvSpPr>
          <p:nvPr/>
        </p:nvSpPr>
        <p:spPr>
          <a:xfrm>
            <a:off x="838200" y="5667375"/>
            <a:ext cx="1055370" cy="400050"/>
          </a:xfrm>
          <a:custGeom>
            <a:avLst/>
            <a:gdLst/>
            <a:ahLst/>
            <a:cxnLst/>
            <a:rect l="0" t="0" r="0" b="0"/>
            <a:pathLst>
              <a:path w="1055370" h="400050">
                <a:moveTo>
                  <a:pt x="102870" y="0"/>
                </a:moveTo>
                <a:lnTo>
                  <a:pt x="1055370" y="0"/>
                </a:lnTo>
                <a:lnTo>
                  <a:pt x="952500" y="400050"/>
                </a:lnTo>
                <a:lnTo>
                  <a:pt x="0" y="400050"/>
                </a:lnTo>
                <a:close/>
              </a:path>
            </a:pathLst>
          </a:custGeom>
          <a:solidFill>
            <a:srgbClr val="CFB67D"/>
          </a:solidFill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Connection 35">
            <a:extLst>
              <a:ext uri="{FF2B5EF4-FFF2-40B4-BE49-F238E27FC236}">
                <a16:creationId xmlns:a16="http://schemas.microsoft.com/office/drawing/2014/main" id="{FFCE58CC-2423-4FDE-B581-988FB9A362FA}"/>
              </a:ext>
            </a:extLst>
          </p:cNvPr>
          <p:cNvSpPr>
            <a:spLocks noGrp="1"/>
          </p:cNvSpPr>
          <p:nvPr/>
        </p:nvSpPr>
        <p:spPr>
          <a:xfrm>
            <a:off x="1028700" y="5695950"/>
            <a:ext cx="102870" cy="342900"/>
          </a:xfrm>
          <a:custGeom>
            <a:avLst/>
            <a:gdLst/>
            <a:ahLst/>
            <a:cxnLst/>
            <a:rect l="0" t="0" r="0" b="0"/>
            <a:pathLst>
              <a:path w="102870" h="342900">
                <a:moveTo>
                  <a:pt x="102870" y="0"/>
                </a:moveTo>
                <a:lnTo>
                  <a:pt x="0" y="342900"/>
                </a:lnTo>
              </a:path>
            </a:pathLst>
          </a:custGeom>
          <a:noFill/>
          <a:ln w="5715">
            <a:solidFill>
              <a:srgbClr val="BCA67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Connection 36">
            <a:extLst>
              <a:ext uri="{FF2B5EF4-FFF2-40B4-BE49-F238E27FC236}">
                <a16:creationId xmlns:a16="http://schemas.microsoft.com/office/drawing/2014/main" id="{F942A580-2704-4A96-9054-BE113D164240}"/>
              </a:ext>
            </a:extLst>
          </p:cNvPr>
          <p:cNvSpPr>
            <a:spLocks noGrp="1"/>
          </p:cNvSpPr>
          <p:nvPr/>
        </p:nvSpPr>
        <p:spPr>
          <a:xfrm>
            <a:off x="1219200" y="5695950"/>
            <a:ext cx="102870" cy="342900"/>
          </a:xfrm>
          <a:custGeom>
            <a:avLst/>
            <a:gdLst/>
            <a:ahLst/>
            <a:cxnLst/>
            <a:rect l="0" t="0" r="0" b="0"/>
            <a:pathLst>
              <a:path w="102870" h="342900">
                <a:moveTo>
                  <a:pt x="102870" y="0"/>
                </a:moveTo>
                <a:lnTo>
                  <a:pt x="0" y="342900"/>
                </a:lnTo>
              </a:path>
            </a:pathLst>
          </a:custGeom>
          <a:noFill/>
          <a:ln w="5715">
            <a:solidFill>
              <a:srgbClr val="BCA67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Connection 37">
            <a:extLst>
              <a:ext uri="{FF2B5EF4-FFF2-40B4-BE49-F238E27FC236}">
                <a16:creationId xmlns:a16="http://schemas.microsoft.com/office/drawing/2014/main" id="{CC174FC7-737A-4225-8BD0-4C938A33AC8A}"/>
              </a:ext>
            </a:extLst>
          </p:cNvPr>
          <p:cNvSpPr>
            <a:spLocks noGrp="1"/>
          </p:cNvSpPr>
          <p:nvPr/>
        </p:nvSpPr>
        <p:spPr>
          <a:xfrm>
            <a:off x="1409700" y="5695950"/>
            <a:ext cx="102870" cy="342900"/>
          </a:xfrm>
          <a:custGeom>
            <a:avLst/>
            <a:gdLst/>
            <a:ahLst/>
            <a:cxnLst/>
            <a:rect l="0" t="0" r="0" b="0"/>
            <a:pathLst>
              <a:path w="102870" h="342900">
                <a:moveTo>
                  <a:pt x="102870" y="0"/>
                </a:moveTo>
                <a:lnTo>
                  <a:pt x="0" y="342900"/>
                </a:lnTo>
              </a:path>
            </a:pathLst>
          </a:custGeom>
          <a:noFill/>
          <a:ln w="5715">
            <a:solidFill>
              <a:srgbClr val="BCA67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Connection 38">
            <a:extLst>
              <a:ext uri="{FF2B5EF4-FFF2-40B4-BE49-F238E27FC236}">
                <a16:creationId xmlns:a16="http://schemas.microsoft.com/office/drawing/2014/main" id="{DBA8E1A5-B8CA-4A1F-A6DA-3F94B7197E9B}"/>
              </a:ext>
            </a:extLst>
          </p:cNvPr>
          <p:cNvSpPr>
            <a:spLocks noGrp="1"/>
          </p:cNvSpPr>
          <p:nvPr/>
        </p:nvSpPr>
        <p:spPr>
          <a:xfrm>
            <a:off x="1600200" y="5695950"/>
            <a:ext cx="102870" cy="342900"/>
          </a:xfrm>
          <a:custGeom>
            <a:avLst/>
            <a:gdLst/>
            <a:ahLst/>
            <a:cxnLst/>
            <a:rect l="0" t="0" r="0" b="0"/>
            <a:pathLst>
              <a:path w="102870" h="342900">
                <a:moveTo>
                  <a:pt x="102870" y="0"/>
                </a:moveTo>
                <a:lnTo>
                  <a:pt x="0" y="342900"/>
                </a:lnTo>
              </a:path>
            </a:pathLst>
          </a:custGeom>
          <a:noFill/>
          <a:ln w="5715">
            <a:solidFill>
              <a:srgbClr val="BCA67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Connection 39">
            <a:extLst>
              <a:ext uri="{FF2B5EF4-FFF2-40B4-BE49-F238E27FC236}">
                <a16:creationId xmlns:a16="http://schemas.microsoft.com/office/drawing/2014/main" id="{A0DB2C23-637B-413B-A631-24E83C66B5C1}"/>
              </a:ext>
            </a:extLst>
          </p:cNvPr>
          <p:cNvSpPr>
            <a:spLocks noGrp="1"/>
          </p:cNvSpPr>
          <p:nvPr/>
        </p:nvSpPr>
        <p:spPr>
          <a:xfrm>
            <a:off x="935355" y="5800725"/>
            <a:ext cx="895350" cy="953"/>
          </a:xfrm>
          <a:custGeom>
            <a:avLst/>
            <a:gdLst/>
            <a:ahLst/>
            <a:cxnLst/>
            <a:rect l="0" t="0" r="0" b="0"/>
            <a:pathLst>
              <a:path w="895350" h="953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/>
          <a:ln w="5715">
            <a:solidFill>
              <a:srgbClr val="BCA67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Connection 40">
            <a:extLst>
              <a:ext uri="{FF2B5EF4-FFF2-40B4-BE49-F238E27FC236}">
                <a16:creationId xmlns:a16="http://schemas.microsoft.com/office/drawing/2014/main" id="{70D3F3F9-B5D6-436E-A82C-2AC6B07EC3BE}"/>
              </a:ext>
            </a:extLst>
          </p:cNvPr>
          <p:cNvSpPr>
            <a:spLocks noGrp="1"/>
          </p:cNvSpPr>
          <p:nvPr/>
        </p:nvSpPr>
        <p:spPr>
          <a:xfrm>
            <a:off x="901065" y="5934075"/>
            <a:ext cx="895350" cy="953"/>
          </a:xfrm>
          <a:custGeom>
            <a:avLst/>
            <a:gdLst/>
            <a:ahLst/>
            <a:cxnLst/>
            <a:rect l="0" t="0" r="0" b="0"/>
            <a:pathLst>
              <a:path w="895350" h="953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/>
          <a:ln w="5715">
            <a:solidFill>
              <a:srgbClr val="BCA67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Contact 17">
            <a:extLst>
              <a:ext uri="{FF2B5EF4-FFF2-40B4-BE49-F238E27FC236}">
                <a16:creationId xmlns:a16="http://schemas.microsoft.com/office/drawing/2014/main" id="{D500D09C-680B-442F-839D-05A69130410F}"/>
              </a:ext>
            </a:extLst>
          </p:cNvPr>
          <p:cNvSpPr>
            <a:spLocks noGrp="1"/>
          </p:cNvSpPr>
          <p:nvPr/>
        </p:nvSpPr>
        <p:spPr>
          <a:xfrm>
            <a:off x="914400" y="6076950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Contact 18">
            <a:extLst>
              <a:ext uri="{FF2B5EF4-FFF2-40B4-BE49-F238E27FC236}">
                <a16:creationId xmlns:a16="http://schemas.microsoft.com/office/drawing/2014/main" id="{9F1EA1C0-6CA5-4E1C-A5AC-9C72B7BFBA80}"/>
              </a:ext>
            </a:extLst>
          </p:cNvPr>
          <p:cNvSpPr>
            <a:spLocks noGrp="1"/>
          </p:cNvSpPr>
          <p:nvPr/>
        </p:nvSpPr>
        <p:spPr>
          <a:xfrm>
            <a:off x="1014413" y="6076950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Contact 19">
            <a:extLst>
              <a:ext uri="{FF2B5EF4-FFF2-40B4-BE49-F238E27FC236}">
                <a16:creationId xmlns:a16="http://schemas.microsoft.com/office/drawing/2014/main" id="{1022557F-71DB-459C-BDD6-25CB71B7BF13}"/>
              </a:ext>
            </a:extLst>
          </p:cNvPr>
          <p:cNvSpPr>
            <a:spLocks noGrp="1"/>
          </p:cNvSpPr>
          <p:nvPr/>
        </p:nvSpPr>
        <p:spPr>
          <a:xfrm>
            <a:off x="1114425" y="6076950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Contact 20">
            <a:extLst>
              <a:ext uri="{FF2B5EF4-FFF2-40B4-BE49-F238E27FC236}">
                <a16:creationId xmlns:a16="http://schemas.microsoft.com/office/drawing/2014/main" id="{AECCE651-7D65-4A1C-B21E-AF8F798D6BEF}"/>
              </a:ext>
            </a:extLst>
          </p:cNvPr>
          <p:cNvSpPr>
            <a:spLocks noGrp="1"/>
          </p:cNvSpPr>
          <p:nvPr/>
        </p:nvSpPr>
        <p:spPr>
          <a:xfrm>
            <a:off x="1214438" y="6076950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Contact 21">
            <a:extLst>
              <a:ext uri="{FF2B5EF4-FFF2-40B4-BE49-F238E27FC236}">
                <a16:creationId xmlns:a16="http://schemas.microsoft.com/office/drawing/2014/main" id="{E2A971DE-AB39-40C6-B583-5F48F2184B6D}"/>
              </a:ext>
            </a:extLst>
          </p:cNvPr>
          <p:cNvSpPr>
            <a:spLocks noGrp="1"/>
          </p:cNvSpPr>
          <p:nvPr/>
        </p:nvSpPr>
        <p:spPr>
          <a:xfrm>
            <a:off x="1314450" y="6076950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Contact 22">
            <a:extLst>
              <a:ext uri="{FF2B5EF4-FFF2-40B4-BE49-F238E27FC236}">
                <a16:creationId xmlns:a16="http://schemas.microsoft.com/office/drawing/2014/main" id="{AD18EA48-D367-4E8B-A53C-7EDEF0FAF3D4}"/>
              </a:ext>
            </a:extLst>
          </p:cNvPr>
          <p:cNvSpPr>
            <a:spLocks noGrp="1"/>
          </p:cNvSpPr>
          <p:nvPr/>
        </p:nvSpPr>
        <p:spPr>
          <a:xfrm>
            <a:off x="1414463" y="6076950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Contact 23">
            <a:extLst>
              <a:ext uri="{FF2B5EF4-FFF2-40B4-BE49-F238E27FC236}">
                <a16:creationId xmlns:a16="http://schemas.microsoft.com/office/drawing/2014/main" id="{D153B259-88DF-46F3-AF1D-B4C4CBF2DAA7}"/>
              </a:ext>
            </a:extLst>
          </p:cNvPr>
          <p:cNvSpPr>
            <a:spLocks noGrp="1"/>
          </p:cNvSpPr>
          <p:nvPr/>
        </p:nvSpPr>
        <p:spPr>
          <a:xfrm>
            <a:off x="1514475" y="6076950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Contact 24">
            <a:extLst>
              <a:ext uri="{FF2B5EF4-FFF2-40B4-BE49-F238E27FC236}">
                <a16:creationId xmlns:a16="http://schemas.microsoft.com/office/drawing/2014/main" id="{09460DC9-8C73-4E57-A362-C26E81D7336F}"/>
              </a:ext>
            </a:extLst>
          </p:cNvPr>
          <p:cNvSpPr>
            <a:spLocks noGrp="1"/>
          </p:cNvSpPr>
          <p:nvPr/>
        </p:nvSpPr>
        <p:spPr>
          <a:xfrm>
            <a:off x="1614488" y="6076950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Label c₂ 1">
            <a:extLst>
              <a:ext uri="{FF2B5EF4-FFF2-40B4-BE49-F238E27FC236}">
                <a16:creationId xmlns:a16="http://schemas.microsoft.com/office/drawing/2014/main" id="{0A411F02-D100-43B2-A7B2-1348FD2A8E1A}"/>
              </a:ext>
            </a:extLst>
          </p:cNvPr>
          <p:cNvSpPr>
            <a:spLocks noGrp="1"/>
          </p:cNvSpPr>
          <p:nvPr/>
        </p:nvSpPr>
        <p:spPr>
          <a:xfrm>
            <a:off x="889635" y="5686425"/>
            <a:ext cx="952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89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c₂</a:t>
            </a:r>
          </a:p>
        </p:txBody>
      </p:sp>
      <p:sp>
        <p:nvSpPr>
          <p:cNvPr id="120" name="Chip front 5">
            <a:extLst>
              <a:ext uri="{FF2B5EF4-FFF2-40B4-BE49-F238E27FC236}">
                <a16:creationId xmlns:a16="http://schemas.microsoft.com/office/drawing/2014/main" id="{6EC0E409-6699-4F43-A018-C0510663B77C}"/>
              </a:ext>
            </a:extLst>
          </p:cNvPr>
          <p:cNvSpPr>
            <a:spLocks noGrp="1"/>
          </p:cNvSpPr>
          <p:nvPr/>
        </p:nvSpPr>
        <p:spPr>
          <a:xfrm>
            <a:off x="2409825" y="6067425"/>
            <a:ext cx="952500" cy="60007"/>
          </a:xfrm>
          <a:custGeom>
            <a:avLst/>
            <a:gdLst/>
            <a:ahLst/>
            <a:cxnLst/>
            <a:rect l="0" t="0" r="0" b="0"/>
            <a:pathLst>
              <a:path w="952500" h="60007">
                <a:moveTo>
                  <a:pt x="0" y="0"/>
                </a:moveTo>
                <a:lnTo>
                  <a:pt x="952500" y="0"/>
                </a:lnTo>
                <a:lnTo>
                  <a:pt x="952500" y="60007"/>
                </a:lnTo>
                <a:lnTo>
                  <a:pt x="0" y="60007"/>
                </a:lnTo>
                <a:close/>
              </a:path>
            </a:pathLst>
          </a:custGeom>
          <a:solidFill>
            <a:srgbClr val="978A9F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Chip side 5">
            <a:extLst>
              <a:ext uri="{FF2B5EF4-FFF2-40B4-BE49-F238E27FC236}">
                <a16:creationId xmlns:a16="http://schemas.microsoft.com/office/drawing/2014/main" id="{EAB7964C-266A-444F-9C4D-161247688AE1}"/>
              </a:ext>
            </a:extLst>
          </p:cNvPr>
          <p:cNvSpPr>
            <a:spLocks noGrp="1"/>
          </p:cNvSpPr>
          <p:nvPr/>
        </p:nvSpPr>
        <p:spPr>
          <a:xfrm>
            <a:off x="3362325" y="5667375"/>
            <a:ext cx="102870" cy="460057"/>
          </a:xfrm>
          <a:custGeom>
            <a:avLst/>
            <a:gdLst/>
            <a:ahLst/>
            <a:cxnLst/>
            <a:rect l="0" t="0" r="0" b="0"/>
            <a:pathLst>
              <a:path w="102870" h="460057">
                <a:moveTo>
                  <a:pt x="102870" y="0"/>
                </a:moveTo>
                <a:lnTo>
                  <a:pt x="102870" y="60007"/>
                </a:lnTo>
                <a:lnTo>
                  <a:pt x="0" y="460057"/>
                </a:lnTo>
                <a:lnTo>
                  <a:pt x="0" y="400050"/>
                </a:lnTo>
                <a:close/>
              </a:path>
            </a:pathLst>
          </a:custGeom>
          <a:solidFill>
            <a:srgbClr val="887C8F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Chip top 5">
            <a:extLst>
              <a:ext uri="{FF2B5EF4-FFF2-40B4-BE49-F238E27FC236}">
                <a16:creationId xmlns:a16="http://schemas.microsoft.com/office/drawing/2014/main" id="{2E3C56C0-93D9-4F39-81BB-88D7D0FBFC31}"/>
              </a:ext>
            </a:extLst>
          </p:cNvPr>
          <p:cNvSpPr>
            <a:spLocks noGrp="1"/>
          </p:cNvSpPr>
          <p:nvPr/>
        </p:nvSpPr>
        <p:spPr>
          <a:xfrm>
            <a:off x="2409825" y="5667375"/>
            <a:ext cx="1055370" cy="400050"/>
          </a:xfrm>
          <a:custGeom>
            <a:avLst/>
            <a:gdLst/>
            <a:ahLst/>
            <a:cxnLst/>
            <a:rect l="0" t="0" r="0" b="0"/>
            <a:pathLst>
              <a:path w="1055370" h="400050">
                <a:moveTo>
                  <a:pt x="102870" y="0"/>
                </a:moveTo>
                <a:lnTo>
                  <a:pt x="1055370" y="0"/>
                </a:lnTo>
                <a:lnTo>
                  <a:pt x="952500" y="400050"/>
                </a:lnTo>
                <a:lnTo>
                  <a:pt x="0" y="400050"/>
                </a:lnTo>
                <a:close/>
              </a:path>
            </a:pathLst>
          </a:custGeom>
          <a:solidFill>
            <a:srgbClr val="AE9FB7"/>
          </a:solidFill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Connection 41">
            <a:extLst>
              <a:ext uri="{FF2B5EF4-FFF2-40B4-BE49-F238E27FC236}">
                <a16:creationId xmlns:a16="http://schemas.microsoft.com/office/drawing/2014/main" id="{45994091-EA43-48C2-BD9D-03BFB9F4463D}"/>
              </a:ext>
            </a:extLst>
          </p:cNvPr>
          <p:cNvSpPr>
            <a:spLocks noGrp="1"/>
          </p:cNvSpPr>
          <p:nvPr/>
        </p:nvSpPr>
        <p:spPr>
          <a:xfrm>
            <a:off x="2600325" y="5695950"/>
            <a:ext cx="102870" cy="342900"/>
          </a:xfrm>
          <a:custGeom>
            <a:avLst/>
            <a:gdLst/>
            <a:ahLst/>
            <a:cxnLst/>
            <a:rect l="0" t="0" r="0" b="0"/>
            <a:pathLst>
              <a:path w="102870" h="342900">
                <a:moveTo>
                  <a:pt x="102870" y="0"/>
                </a:moveTo>
                <a:lnTo>
                  <a:pt x="0" y="342900"/>
                </a:lnTo>
              </a:path>
            </a:pathLst>
          </a:custGeom>
          <a:noFill/>
          <a:ln w="5715">
            <a:solidFill>
              <a:srgbClr val="9E91A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Connection 42">
            <a:extLst>
              <a:ext uri="{FF2B5EF4-FFF2-40B4-BE49-F238E27FC236}">
                <a16:creationId xmlns:a16="http://schemas.microsoft.com/office/drawing/2014/main" id="{2EAF9D1A-D913-41A6-8226-DA8350DE4120}"/>
              </a:ext>
            </a:extLst>
          </p:cNvPr>
          <p:cNvSpPr>
            <a:spLocks noGrp="1"/>
          </p:cNvSpPr>
          <p:nvPr/>
        </p:nvSpPr>
        <p:spPr>
          <a:xfrm>
            <a:off x="2790825" y="5695950"/>
            <a:ext cx="102870" cy="342900"/>
          </a:xfrm>
          <a:custGeom>
            <a:avLst/>
            <a:gdLst/>
            <a:ahLst/>
            <a:cxnLst/>
            <a:rect l="0" t="0" r="0" b="0"/>
            <a:pathLst>
              <a:path w="102870" h="342900">
                <a:moveTo>
                  <a:pt x="102870" y="0"/>
                </a:moveTo>
                <a:lnTo>
                  <a:pt x="0" y="342900"/>
                </a:lnTo>
              </a:path>
            </a:pathLst>
          </a:custGeom>
          <a:noFill/>
          <a:ln w="5715">
            <a:solidFill>
              <a:srgbClr val="9E91A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Connection 43">
            <a:extLst>
              <a:ext uri="{FF2B5EF4-FFF2-40B4-BE49-F238E27FC236}">
                <a16:creationId xmlns:a16="http://schemas.microsoft.com/office/drawing/2014/main" id="{62F394E1-3E4A-41DD-ABD1-203D3FE33ACB}"/>
              </a:ext>
            </a:extLst>
          </p:cNvPr>
          <p:cNvSpPr>
            <a:spLocks noGrp="1"/>
          </p:cNvSpPr>
          <p:nvPr/>
        </p:nvSpPr>
        <p:spPr>
          <a:xfrm>
            <a:off x="2981325" y="5695950"/>
            <a:ext cx="102870" cy="342900"/>
          </a:xfrm>
          <a:custGeom>
            <a:avLst/>
            <a:gdLst/>
            <a:ahLst/>
            <a:cxnLst/>
            <a:rect l="0" t="0" r="0" b="0"/>
            <a:pathLst>
              <a:path w="102870" h="342900">
                <a:moveTo>
                  <a:pt x="102870" y="0"/>
                </a:moveTo>
                <a:lnTo>
                  <a:pt x="0" y="342900"/>
                </a:lnTo>
              </a:path>
            </a:pathLst>
          </a:custGeom>
          <a:noFill/>
          <a:ln w="5715">
            <a:solidFill>
              <a:srgbClr val="9E91A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Connection 44">
            <a:extLst>
              <a:ext uri="{FF2B5EF4-FFF2-40B4-BE49-F238E27FC236}">
                <a16:creationId xmlns:a16="http://schemas.microsoft.com/office/drawing/2014/main" id="{BA02CB70-C9E7-43F8-8327-DDC2A10368F7}"/>
              </a:ext>
            </a:extLst>
          </p:cNvPr>
          <p:cNvSpPr>
            <a:spLocks noGrp="1"/>
          </p:cNvSpPr>
          <p:nvPr/>
        </p:nvSpPr>
        <p:spPr>
          <a:xfrm>
            <a:off x="3171825" y="5695950"/>
            <a:ext cx="102870" cy="342900"/>
          </a:xfrm>
          <a:custGeom>
            <a:avLst/>
            <a:gdLst/>
            <a:ahLst/>
            <a:cxnLst/>
            <a:rect l="0" t="0" r="0" b="0"/>
            <a:pathLst>
              <a:path w="102870" h="342900">
                <a:moveTo>
                  <a:pt x="102870" y="0"/>
                </a:moveTo>
                <a:lnTo>
                  <a:pt x="0" y="342900"/>
                </a:lnTo>
              </a:path>
            </a:pathLst>
          </a:custGeom>
          <a:noFill/>
          <a:ln w="5715">
            <a:solidFill>
              <a:srgbClr val="9E91A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Connection 45">
            <a:extLst>
              <a:ext uri="{FF2B5EF4-FFF2-40B4-BE49-F238E27FC236}">
                <a16:creationId xmlns:a16="http://schemas.microsoft.com/office/drawing/2014/main" id="{541A49D1-C373-453C-989E-14184438AEF5}"/>
              </a:ext>
            </a:extLst>
          </p:cNvPr>
          <p:cNvSpPr>
            <a:spLocks noGrp="1"/>
          </p:cNvSpPr>
          <p:nvPr/>
        </p:nvSpPr>
        <p:spPr>
          <a:xfrm>
            <a:off x="2506980" y="5800725"/>
            <a:ext cx="895350" cy="953"/>
          </a:xfrm>
          <a:custGeom>
            <a:avLst/>
            <a:gdLst/>
            <a:ahLst/>
            <a:cxnLst/>
            <a:rect l="0" t="0" r="0" b="0"/>
            <a:pathLst>
              <a:path w="895350" h="953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/>
          <a:ln w="5715">
            <a:solidFill>
              <a:srgbClr val="9E91A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Connection 46">
            <a:extLst>
              <a:ext uri="{FF2B5EF4-FFF2-40B4-BE49-F238E27FC236}">
                <a16:creationId xmlns:a16="http://schemas.microsoft.com/office/drawing/2014/main" id="{9CC0B465-5D8E-44D7-82B6-DC59DB0028E1}"/>
              </a:ext>
            </a:extLst>
          </p:cNvPr>
          <p:cNvSpPr>
            <a:spLocks noGrp="1"/>
          </p:cNvSpPr>
          <p:nvPr/>
        </p:nvSpPr>
        <p:spPr>
          <a:xfrm>
            <a:off x="2472690" y="5934075"/>
            <a:ext cx="895350" cy="953"/>
          </a:xfrm>
          <a:custGeom>
            <a:avLst/>
            <a:gdLst/>
            <a:ahLst/>
            <a:cxnLst/>
            <a:rect l="0" t="0" r="0" b="0"/>
            <a:pathLst>
              <a:path w="895350" h="953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/>
          <a:ln w="5715">
            <a:solidFill>
              <a:srgbClr val="9E91A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Contact 25">
            <a:extLst>
              <a:ext uri="{FF2B5EF4-FFF2-40B4-BE49-F238E27FC236}">
                <a16:creationId xmlns:a16="http://schemas.microsoft.com/office/drawing/2014/main" id="{88711903-EAA9-415F-941B-09617BB09440}"/>
              </a:ext>
            </a:extLst>
          </p:cNvPr>
          <p:cNvSpPr>
            <a:spLocks noGrp="1"/>
          </p:cNvSpPr>
          <p:nvPr/>
        </p:nvSpPr>
        <p:spPr>
          <a:xfrm>
            <a:off x="2486025" y="6076950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0" name="Contact 26">
            <a:extLst>
              <a:ext uri="{FF2B5EF4-FFF2-40B4-BE49-F238E27FC236}">
                <a16:creationId xmlns:a16="http://schemas.microsoft.com/office/drawing/2014/main" id="{03CEEE3D-8669-4320-B7C2-2619B25739BE}"/>
              </a:ext>
            </a:extLst>
          </p:cNvPr>
          <p:cNvSpPr>
            <a:spLocks noGrp="1"/>
          </p:cNvSpPr>
          <p:nvPr/>
        </p:nvSpPr>
        <p:spPr>
          <a:xfrm>
            <a:off x="2586038" y="6076950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1" name="Contact 27">
            <a:extLst>
              <a:ext uri="{FF2B5EF4-FFF2-40B4-BE49-F238E27FC236}">
                <a16:creationId xmlns:a16="http://schemas.microsoft.com/office/drawing/2014/main" id="{39C43FBC-CE94-4761-98BB-E41A0384BE37}"/>
              </a:ext>
            </a:extLst>
          </p:cNvPr>
          <p:cNvSpPr>
            <a:spLocks noGrp="1"/>
          </p:cNvSpPr>
          <p:nvPr/>
        </p:nvSpPr>
        <p:spPr>
          <a:xfrm>
            <a:off x="2686050" y="6076950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Contact 28">
            <a:extLst>
              <a:ext uri="{FF2B5EF4-FFF2-40B4-BE49-F238E27FC236}">
                <a16:creationId xmlns:a16="http://schemas.microsoft.com/office/drawing/2014/main" id="{6290CEC6-EA83-43CC-BE44-2D42EDDA938C}"/>
              </a:ext>
            </a:extLst>
          </p:cNvPr>
          <p:cNvSpPr>
            <a:spLocks noGrp="1"/>
          </p:cNvSpPr>
          <p:nvPr/>
        </p:nvSpPr>
        <p:spPr>
          <a:xfrm>
            <a:off x="2786063" y="6076950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3" name="Contact 29">
            <a:extLst>
              <a:ext uri="{FF2B5EF4-FFF2-40B4-BE49-F238E27FC236}">
                <a16:creationId xmlns:a16="http://schemas.microsoft.com/office/drawing/2014/main" id="{2544C5A5-412B-4FD8-91FA-0339EB8E96CD}"/>
              </a:ext>
            </a:extLst>
          </p:cNvPr>
          <p:cNvSpPr>
            <a:spLocks noGrp="1"/>
          </p:cNvSpPr>
          <p:nvPr/>
        </p:nvSpPr>
        <p:spPr>
          <a:xfrm>
            <a:off x="2886075" y="6076950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4" name="Contact 30">
            <a:extLst>
              <a:ext uri="{FF2B5EF4-FFF2-40B4-BE49-F238E27FC236}">
                <a16:creationId xmlns:a16="http://schemas.microsoft.com/office/drawing/2014/main" id="{3E130AF3-69E5-422A-BE40-8FE88FB66451}"/>
              </a:ext>
            </a:extLst>
          </p:cNvPr>
          <p:cNvSpPr>
            <a:spLocks noGrp="1"/>
          </p:cNvSpPr>
          <p:nvPr/>
        </p:nvSpPr>
        <p:spPr>
          <a:xfrm>
            <a:off x="2986088" y="6076950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5" name="Contact 31">
            <a:extLst>
              <a:ext uri="{FF2B5EF4-FFF2-40B4-BE49-F238E27FC236}">
                <a16:creationId xmlns:a16="http://schemas.microsoft.com/office/drawing/2014/main" id="{E69FDEA4-1230-4EB3-BA0E-C2C120228EEC}"/>
              </a:ext>
            </a:extLst>
          </p:cNvPr>
          <p:cNvSpPr>
            <a:spLocks noGrp="1"/>
          </p:cNvSpPr>
          <p:nvPr/>
        </p:nvSpPr>
        <p:spPr>
          <a:xfrm>
            <a:off x="3086100" y="6076950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6" name="Contact 32">
            <a:extLst>
              <a:ext uri="{FF2B5EF4-FFF2-40B4-BE49-F238E27FC236}">
                <a16:creationId xmlns:a16="http://schemas.microsoft.com/office/drawing/2014/main" id="{E3B0F5A1-03B6-4EA8-83B6-DD1D353AC117}"/>
              </a:ext>
            </a:extLst>
          </p:cNvPr>
          <p:cNvSpPr>
            <a:spLocks noGrp="1"/>
          </p:cNvSpPr>
          <p:nvPr/>
        </p:nvSpPr>
        <p:spPr>
          <a:xfrm>
            <a:off x="3186113" y="6076950"/>
            <a:ext cx="33338" cy="50483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7" name="Label c₃ 1">
            <a:extLst>
              <a:ext uri="{FF2B5EF4-FFF2-40B4-BE49-F238E27FC236}">
                <a16:creationId xmlns:a16="http://schemas.microsoft.com/office/drawing/2014/main" id="{A2EFC500-7671-41BB-8FE7-5B4AFF70F53A}"/>
              </a:ext>
            </a:extLst>
          </p:cNvPr>
          <p:cNvSpPr>
            <a:spLocks noGrp="1"/>
          </p:cNvSpPr>
          <p:nvPr/>
        </p:nvSpPr>
        <p:spPr>
          <a:xfrm>
            <a:off x="2461260" y="5686425"/>
            <a:ext cx="952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9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89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c₃</a:t>
            </a:r>
          </a:p>
        </p:txBody>
      </p:sp>
      <p:sp>
        <p:nvSpPr>
          <p:cNvPr id="138" name="Connection 47">
            <a:extLst>
              <a:ext uri="{FF2B5EF4-FFF2-40B4-BE49-F238E27FC236}">
                <a16:creationId xmlns:a16="http://schemas.microsoft.com/office/drawing/2014/main" id="{A4BF43C0-997D-4972-B1C2-3617845ACA97}"/>
              </a:ext>
            </a:extLst>
          </p:cNvPr>
          <p:cNvSpPr>
            <a:spLocks noGrp="1"/>
          </p:cNvSpPr>
          <p:nvPr/>
        </p:nvSpPr>
        <p:spPr>
          <a:xfrm>
            <a:off x="1365885" y="3476625"/>
            <a:ext cx="129540" cy="1457325"/>
          </a:xfrm>
          <a:custGeom>
            <a:avLst/>
            <a:gdLst/>
            <a:ahLst/>
            <a:cxnLst/>
            <a:rect l="0" t="0" r="0" b="0"/>
            <a:pathLst>
              <a:path w="129540" h="1457325">
                <a:moveTo>
                  <a:pt x="129540" y="0"/>
                </a:moveTo>
                <a:lnTo>
                  <a:pt x="0" y="1457325"/>
                </a:lnTo>
              </a:path>
            </a:pathLst>
          </a:custGeom>
          <a:noFill/>
          <a:ln w="10478">
            <a:solidFill>
              <a:srgbClr val="68798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9" name="Connection 48">
            <a:extLst>
              <a:ext uri="{FF2B5EF4-FFF2-40B4-BE49-F238E27FC236}">
                <a16:creationId xmlns:a16="http://schemas.microsoft.com/office/drawing/2014/main" id="{E20DC28A-56B8-431C-8682-A257D257FF4E}"/>
              </a:ext>
            </a:extLst>
          </p:cNvPr>
          <p:cNvSpPr>
            <a:spLocks noGrp="1"/>
          </p:cNvSpPr>
          <p:nvPr/>
        </p:nvSpPr>
        <p:spPr>
          <a:xfrm>
            <a:off x="1085850" y="4200525"/>
            <a:ext cx="280035" cy="733425"/>
          </a:xfrm>
          <a:custGeom>
            <a:avLst/>
            <a:gdLst/>
            <a:ahLst/>
            <a:cxnLst/>
            <a:rect l="0" t="0" r="0" b="0"/>
            <a:pathLst>
              <a:path w="280035" h="733425">
                <a:moveTo>
                  <a:pt x="0" y="0"/>
                </a:moveTo>
                <a:lnTo>
                  <a:pt x="280035" y="733425"/>
                </a:lnTo>
              </a:path>
            </a:pathLst>
          </a:custGeom>
          <a:noFill/>
          <a:ln w="10478">
            <a:solidFill>
              <a:srgbClr val="68798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0" name="Connection 49">
            <a:extLst>
              <a:ext uri="{FF2B5EF4-FFF2-40B4-BE49-F238E27FC236}">
                <a16:creationId xmlns:a16="http://schemas.microsoft.com/office/drawing/2014/main" id="{A599D5D2-D748-4F51-BA90-EFF3B256DFEC}"/>
              </a:ext>
            </a:extLst>
          </p:cNvPr>
          <p:cNvSpPr>
            <a:spLocks noGrp="1"/>
          </p:cNvSpPr>
          <p:nvPr/>
        </p:nvSpPr>
        <p:spPr>
          <a:xfrm>
            <a:off x="2171700" y="4124325"/>
            <a:ext cx="765810" cy="809625"/>
          </a:xfrm>
          <a:custGeom>
            <a:avLst/>
            <a:gdLst/>
            <a:ahLst/>
            <a:cxnLst/>
            <a:rect l="0" t="0" r="0" b="0"/>
            <a:pathLst>
              <a:path w="765810" h="809625">
                <a:moveTo>
                  <a:pt x="0" y="0"/>
                </a:moveTo>
                <a:lnTo>
                  <a:pt x="765810" y="809625"/>
                </a:lnTo>
              </a:path>
            </a:pathLst>
          </a:custGeom>
          <a:noFill/>
          <a:ln w="10478">
            <a:solidFill>
              <a:srgbClr val="68798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1" name="Connection 50">
            <a:extLst>
              <a:ext uri="{FF2B5EF4-FFF2-40B4-BE49-F238E27FC236}">
                <a16:creationId xmlns:a16="http://schemas.microsoft.com/office/drawing/2014/main" id="{02DFDE90-9A04-4B43-813B-75D213FC2038}"/>
              </a:ext>
            </a:extLst>
          </p:cNvPr>
          <p:cNvSpPr>
            <a:spLocks noGrp="1"/>
          </p:cNvSpPr>
          <p:nvPr/>
        </p:nvSpPr>
        <p:spPr>
          <a:xfrm>
            <a:off x="2937510" y="4200525"/>
            <a:ext cx="100965" cy="1524000"/>
          </a:xfrm>
          <a:custGeom>
            <a:avLst/>
            <a:gdLst/>
            <a:ahLst/>
            <a:cxnLst/>
            <a:rect l="0" t="0" r="0" b="0"/>
            <a:pathLst>
              <a:path w="100965" h="1524000">
                <a:moveTo>
                  <a:pt x="100965" y="0"/>
                </a:moveTo>
                <a:lnTo>
                  <a:pt x="0" y="1524000"/>
                </a:lnTo>
              </a:path>
            </a:pathLst>
          </a:custGeom>
          <a:noFill/>
          <a:ln w="10478">
            <a:solidFill>
              <a:srgbClr val="68798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2" name="Label Relational Encoder 1">
            <a:extLst>
              <a:ext uri="{FF2B5EF4-FFF2-40B4-BE49-F238E27FC236}">
                <a16:creationId xmlns:a16="http://schemas.microsoft.com/office/drawing/2014/main" id="{C16CDB19-5DE0-46E4-9D72-C808746FF724}"/>
              </a:ext>
            </a:extLst>
          </p:cNvPr>
          <p:cNvSpPr>
            <a:spLocks noGrp="1"/>
          </p:cNvSpPr>
          <p:nvPr/>
        </p:nvSpPr>
        <p:spPr>
          <a:xfrm>
            <a:off x="4552950" y="2105025"/>
            <a:ext cx="362902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6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6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Relational Encoder</a:t>
            </a:r>
          </a:p>
        </p:txBody>
      </p:sp>
      <p:sp>
        <p:nvSpPr>
          <p:cNvPr id="143" name="Label Joint Actor 1">
            <a:extLst>
              <a:ext uri="{FF2B5EF4-FFF2-40B4-BE49-F238E27FC236}">
                <a16:creationId xmlns:a16="http://schemas.microsoft.com/office/drawing/2014/main" id="{EB0B19D6-40CD-485B-B65C-F28C82B7A195}"/>
              </a:ext>
            </a:extLst>
          </p:cNvPr>
          <p:cNvSpPr>
            <a:spLocks noGrp="1"/>
          </p:cNvSpPr>
          <p:nvPr/>
        </p:nvSpPr>
        <p:spPr>
          <a:xfrm>
            <a:off x="8667750" y="2105025"/>
            <a:ext cx="362902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6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6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Joint Actor</a:t>
            </a:r>
          </a:p>
        </p:txBody>
      </p:sp>
      <p:sp>
        <p:nvSpPr>
          <p:cNvPr id="144" name="Connection 51">
            <a:extLst>
              <a:ext uri="{FF2B5EF4-FFF2-40B4-BE49-F238E27FC236}">
                <a16:creationId xmlns:a16="http://schemas.microsoft.com/office/drawing/2014/main" id="{BDDF2C6E-76D5-48B0-AA2A-EDF127DA2EF5}"/>
              </a:ext>
            </a:extLst>
          </p:cNvPr>
          <p:cNvSpPr>
            <a:spLocks noGrp="1"/>
          </p:cNvSpPr>
          <p:nvPr/>
        </p:nvSpPr>
        <p:spPr>
          <a:xfrm>
            <a:off x="8382000" y="2724150"/>
            <a:ext cx="953" cy="2914650"/>
          </a:xfrm>
          <a:custGeom>
            <a:avLst/>
            <a:gdLst/>
            <a:ahLst/>
            <a:cxnLst/>
            <a:rect l="0" t="0" r="0" b="0"/>
            <a:pathLst>
              <a:path w="953" h="2914650">
                <a:moveTo>
                  <a:pt x="0" y="0"/>
                </a:moveTo>
                <a:lnTo>
                  <a:pt x="0" y="2914650"/>
                </a:lnTo>
              </a:path>
            </a:pathLst>
          </a:custGeom>
          <a:noFill/>
          <a:ln w="9525">
            <a:solidFill>
              <a:srgbClr val="C3CDD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5" name="Connection 52">
            <a:extLst>
              <a:ext uri="{FF2B5EF4-FFF2-40B4-BE49-F238E27FC236}">
                <a16:creationId xmlns:a16="http://schemas.microsoft.com/office/drawing/2014/main" id="{2484E9C7-73F5-4F4C-B49D-58891691CF01}"/>
              </a:ext>
            </a:extLst>
          </p:cNvPr>
          <p:cNvSpPr>
            <a:spLocks noGrp="1"/>
          </p:cNvSpPr>
          <p:nvPr/>
        </p:nvSpPr>
        <p:spPr>
          <a:xfrm>
            <a:off x="5015744" y="3241416"/>
            <a:ext cx="193978" cy="374099"/>
          </a:xfrm>
          <a:custGeom>
            <a:avLst/>
            <a:gdLst/>
            <a:ahLst/>
            <a:cxnLst/>
            <a:rect l="0" t="0" r="0" b="0"/>
            <a:pathLst>
              <a:path w="193978" h="374099">
                <a:moveTo>
                  <a:pt x="0" y="374099"/>
                </a:moveTo>
                <a:lnTo>
                  <a:pt x="193978" y="0"/>
                </a:lnTo>
              </a:path>
            </a:pathLst>
          </a:custGeom>
          <a:noFill/>
          <a:ln w="1428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6" name="Arrowhead 23">
            <a:extLst>
              <a:ext uri="{FF2B5EF4-FFF2-40B4-BE49-F238E27FC236}">
                <a16:creationId xmlns:a16="http://schemas.microsoft.com/office/drawing/2014/main" id="{D7799DDA-143D-4C65-A4C4-BE13D705A97F}"/>
              </a:ext>
            </a:extLst>
          </p:cNvPr>
          <p:cNvSpPr>
            <a:spLocks noGrp="1"/>
          </p:cNvSpPr>
          <p:nvPr/>
        </p:nvSpPr>
        <p:spPr>
          <a:xfrm>
            <a:off x="5147665" y="3241416"/>
            <a:ext cx="62057" cy="78546"/>
          </a:xfrm>
          <a:custGeom>
            <a:avLst/>
            <a:gdLst/>
            <a:ahLst/>
            <a:cxnLst/>
            <a:rect l="0" t="0" r="0" b="0"/>
            <a:pathLst>
              <a:path w="62057" h="78546">
                <a:moveTo>
                  <a:pt x="62057" y="0"/>
                </a:moveTo>
                <a:lnTo>
                  <a:pt x="58345" y="78546"/>
                </a:lnTo>
                <a:lnTo>
                  <a:pt x="0" y="48292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7" name="Connection 53">
            <a:extLst>
              <a:ext uri="{FF2B5EF4-FFF2-40B4-BE49-F238E27FC236}">
                <a16:creationId xmlns:a16="http://schemas.microsoft.com/office/drawing/2014/main" id="{9D354C39-A898-4537-B38B-EDD138F30D81}"/>
              </a:ext>
            </a:extLst>
          </p:cNvPr>
          <p:cNvSpPr>
            <a:spLocks noGrp="1"/>
          </p:cNvSpPr>
          <p:nvPr/>
        </p:nvSpPr>
        <p:spPr>
          <a:xfrm>
            <a:off x="5526407" y="2850585"/>
            <a:ext cx="482292" cy="130621"/>
          </a:xfrm>
          <a:custGeom>
            <a:avLst/>
            <a:gdLst/>
            <a:ahLst/>
            <a:cxnLst/>
            <a:rect l="0" t="0" r="0" b="0"/>
            <a:pathLst>
              <a:path w="482292" h="130621">
                <a:moveTo>
                  <a:pt x="0" y="130621"/>
                </a:moveTo>
                <a:lnTo>
                  <a:pt x="482292" y="0"/>
                </a:lnTo>
              </a:path>
            </a:pathLst>
          </a:custGeom>
          <a:noFill/>
          <a:ln w="1428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8" name="Arrowhead 24">
            <a:extLst>
              <a:ext uri="{FF2B5EF4-FFF2-40B4-BE49-F238E27FC236}">
                <a16:creationId xmlns:a16="http://schemas.microsoft.com/office/drawing/2014/main" id="{5FF7A945-C097-4774-9B20-0366AD92D374}"/>
              </a:ext>
            </a:extLst>
          </p:cNvPr>
          <p:cNvSpPr>
            <a:spLocks noGrp="1"/>
          </p:cNvSpPr>
          <p:nvPr/>
        </p:nvSpPr>
        <p:spPr>
          <a:xfrm>
            <a:off x="5931155" y="2837541"/>
            <a:ext cx="77544" cy="63437"/>
          </a:xfrm>
          <a:custGeom>
            <a:avLst/>
            <a:gdLst/>
            <a:ahLst/>
            <a:cxnLst/>
            <a:rect l="0" t="0" r="0" b="0"/>
            <a:pathLst>
              <a:path w="77544" h="63437">
                <a:moveTo>
                  <a:pt x="77544" y="13044"/>
                </a:moveTo>
                <a:lnTo>
                  <a:pt x="17181" y="63437"/>
                </a:lnTo>
                <a:lnTo>
                  <a:pt x="0" y="0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9" name="Connection 54">
            <a:extLst>
              <a:ext uri="{FF2B5EF4-FFF2-40B4-BE49-F238E27FC236}">
                <a16:creationId xmlns:a16="http://schemas.microsoft.com/office/drawing/2014/main" id="{C90D735F-7275-4F0A-A297-79C3ECFC7709}"/>
              </a:ext>
            </a:extLst>
          </p:cNvPr>
          <p:cNvSpPr>
            <a:spLocks noGrp="1"/>
          </p:cNvSpPr>
          <p:nvPr/>
        </p:nvSpPr>
        <p:spPr>
          <a:xfrm>
            <a:off x="6443208" y="2838349"/>
            <a:ext cx="934585" cy="207686"/>
          </a:xfrm>
          <a:custGeom>
            <a:avLst/>
            <a:gdLst/>
            <a:ahLst/>
            <a:cxnLst/>
            <a:rect l="0" t="0" r="0" b="0"/>
            <a:pathLst>
              <a:path w="934585" h="207686">
                <a:moveTo>
                  <a:pt x="0" y="0"/>
                </a:moveTo>
                <a:lnTo>
                  <a:pt x="934585" y="207686"/>
                </a:lnTo>
              </a:path>
            </a:pathLst>
          </a:custGeom>
          <a:noFill/>
          <a:ln w="1428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0" name="Arrowhead 25">
            <a:extLst>
              <a:ext uri="{FF2B5EF4-FFF2-40B4-BE49-F238E27FC236}">
                <a16:creationId xmlns:a16="http://schemas.microsoft.com/office/drawing/2014/main" id="{5AF9D0DE-D219-4440-B17A-627AD25AF081}"/>
              </a:ext>
            </a:extLst>
          </p:cNvPr>
          <p:cNvSpPr>
            <a:spLocks noGrp="1"/>
          </p:cNvSpPr>
          <p:nvPr/>
        </p:nvSpPr>
        <p:spPr>
          <a:xfrm>
            <a:off x="7300929" y="2998459"/>
            <a:ext cx="76865" cy="64157"/>
          </a:xfrm>
          <a:custGeom>
            <a:avLst/>
            <a:gdLst/>
            <a:ahLst/>
            <a:cxnLst/>
            <a:rect l="0" t="0" r="0" b="0"/>
            <a:pathLst>
              <a:path w="76865" h="64157">
                <a:moveTo>
                  <a:pt x="76865" y="47576"/>
                </a:moveTo>
                <a:lnTo>
                  <a:pt x="0" y="64157"/>
                </a:lnTo>
                <a:lnTo>
                  <a:pt x="14257" y="0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1" name="Connection 55">
            <a:extLst>
              <a:ext uri="{FF2B5EF4-FFF2-40B4-BE49-F238E27FC236}">
                <a16:creationId xmlns:a16="http://schemas.microsoft.com/office/drawing/2014/main" id="{7F020A4C-8AEF-49E4-B38D-DB9C56A68311}"/>
              </a:ext>
            </a:extLst>
          </p:cNvPr>
          <p:cNvSpPr>
            <a:spLocks noGrp="1"/>
          </p:cNvSpPr>
          <p:nvPr/>
        </p:nvSpPr>
        <p:spPr>
          <a:xfrm>
            <a:off x="6337230" y="2981497"/>
            <a:ext cx="189124" cy="334266"/>
          </a:xfrm>
          <a:custGeom>
            <a:avLst/>
            <a:gdLst/>
            <a:ahLst/>
            <a:cxnLst/>
            <a:rect l="0" t="0" r="0" b="0"/>
            <a:pathLst>
              <a:path w="189124" h="334266">
                <a:moveTo>
                  <a:pt x="0" y="0"/>
                </a:moveTo>
                <a:lnTo>
                  <a:pt x="189124" y="334266"/>
                </a:lnTo>
              </a:path>
            </a:pathLst>
          </a:custGeom>
          <a:noFill/>
          <a:ln w="1428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2" name="Arrowhead 26">
            <a:extLst>
              <a:ext uri="{FF2B5EF4-FFF2-40B4-BE49-F238E27FC236}">
                <a16:creationId xmlns:a16="http://schemas.microsoft.com/office/drawing/2014/main" id="{859B5867-EE73-43BB-88BA-2CA43B3362F9}"/>
              </a:ext>
            </a:extLst>
          </p:cNvPr>
          <p:cNvSpPr>
            <a:spLocks noGrp="1"/>
          </p:cNvSpPr>
          <p:nvPr/>
        </p:nvSpPr>
        <p:spPr>
          <a:xfrm>
            <a:off x="6462575" y="3237406"/>
            <a:ext cx="63779" cy="78358"/>
          </a:xfrm>
          <a:custGeom>
            <a:avLst/>
            <a:gdLst/>
            <a:ahLst/>
            <a:cxnLst/>
            <a:rect l="0" t="0" r="0" b="0"/>
            <a:pathLst>
              <a:path w="63779" h="78358">
                <a:moveTo>
                  <a:pt x="63779" y="78358"/>
                </a:moveTo>
                <a:lnTo>
                  <a:pt x="0" y="32364"/>
                </a:lnTo>
                <a:lnTo>
                  <a:pt x="57202" y="0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3" name="Connection 56">
            <a:extLst>
              <a:ext uri="{FF2B5EF4-FFF2-40B4-BE49-F238E27FC236}">
                <a16:creationId xmlns:a16="http://schemas.microsoft.com/office/drawing/2014/main" id="{DFED2EB3-CF3F-428A-B315-85C52DE86419}"/>
              </a:ext>
            </a:extLst>
          </p:cNvPr>
          <p:cNvSpPr>
            <a:spLocks noGrp="1"/>
          </p:cNvSpPr>
          <p:nvPr/>
        </p:nvSpPr>
        <p:spPr>
          <a:xfrm>
            <a:off x="5530057" y="3115851"/>
            <a:ext cx="902725" cy="324721"/>
          </a:xfrm>
          <a:custGeom>
            <a:avLst/>
            <a:gdLst/>
            <a:ahLst/>
            <a:cxnLst/>
            <a:rect l="0" t="0" r="0" b="0"/>
            <a:pathLst>
              <a:path w="902725" h="324721">
                <a:moveTo>
                  <a:pt x="902725" y="324721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4" name="Arrowhead 27">
            <a:extLst>
              <a:ext uri="{FF2B5EF4-FFF2-40B4-BE49-F238E27FC236}">
                <a16:creationId xmlns:a16="http://schemas.microsoft.com/office/drawing/2014/main" id="{1BD99B78-9894-48C7-AEFD-D280A713F749}"/>
              </a:ext>
            </a:extLst>
          </p:cNvPr>
          <p:cNvSpPr>
            <a:spLocks noGrp="1"/>
          </p:cNvSpPr>
          <p:nvPr/>
        </p:nvSpPr>
        <p:spPr>
          <a:xfrm>
            <a:off x="5530057" y="3109110"/>
            <a:ext cx="78344" cy="61843"/>
          </a:xfrm>
          <a:custGeom>
            <a:avLst/>
            <a:gdLst/>
            <a:ahLst/>
            <a:cxnLst/>
            <a:rect l="0" t="0" r="0" b="0"/>
            <a:pathLst>
              <a:path w="78344" h="61843">
                <a:moveTo>
                  <a:pt x="0" y="6741"/>
                </a:moveTo>
                <a:lnTo>
                  <a:pt x="78344" y="0"/>
                </a:lnTo>
                <a:lnTo>
                  <a:pt x="56098" y="61843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5" name="Connection 57">
            <a:extLst>
              <a:ext uri="{FF2B5EF4-FFF2-40B4-BE49-F238E27FC236}">
                <a16:creationId xmlns:a16="http://schemas.microsoft.com/office/drawing/2014/main" id="{5A10E2AF-3180-488C-A8E1-66309852CC3A}"/>
              </a:ext>
            </a:extLst>
          </p:cNvPr>
          <p:cNvSpPr>
            <a:spLocks noGrp="1"/>
          </p:cNvSpPr>
          <p:nvPr/>
        </p:nvSpPr>
        <p:spPr>
          <a:xfrm>
            <a:off x="5120111" y="3886695"/>
            <a:ext cx="523630" cy="195700"/>
          </a:xfrm>
          <a:custGeom>
            <a:avLst/>
            <a:gdLst/>
            <a:ahLst/>
            <a:cxnLst/>
            <a:rect l="0" t="0" r="0" b="0"/>
            <a:pathLst>
              <a:path w="523630" h="195700">
                <a:moveTo>
                  <a:pt x="0" y="0"/>
                </a:moveTo>
                <a:lnTo>
                  <a:pt x="523630" y="195700"/>
                </a:lnTo>
              </a:path>
            </a:pathLst>
          </a:custGeom>
          <a:noFill/>
          <a:ln w="1428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6" name="Arrowhead 28">
            <a:extLst>
              <a:ext uri="{FF2B5EF4-FFF2-40B4-BE49-F238E27FC236}">
                <a16:creationId xmlns:a16="http://schemas.microsoft.com/office/drawing/2014/main" id="{0AB50FE8-4380-4826-ABDB-34660B74D0B2}"/>
              </a:ext>
            </a:extLst>
          </p:cNvPr>
          <p:cNvSpPr>
            <a:spLocks noGrp="1"/>
          </p:cNvSpPr>
          <p:nvPr/>
        </p:nvSpPr>
        <p:spPr>
          <a:xfrm>
            <a:off x="5565320" y="4026604"/>
            <a:ext cx="78421" cy="61563"/>
          </a:xfrm>
          <a:custGeom>
            <a:avLst/>
            <a:gdLst/>
            <a:ahLst/>
            <a:cxnLst/>
            <a:rect l="0" t="0" r="0" b="0"/>
            <a:pathLst>
              <a:path w="78421" h="61563">
                <a:moveTo>
                  <a:pt x="78421" y="55791"/>
                </a:moveTo>
                <a:lnTo>
                  <a:pt x="0" y="61563"/>
                </a:lnTo>
                <a:lnTo>
                  <a:pt x="23009" y="0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7" name="Connection 58">
            <a:extLst>
              <a:ext uri="{FF2B5EF4-FFF2-40B4-BE49-F238E27FC236}">
                <a16:creationId xmlns:a16="http://schemas.microsoft.com/office/drawing/2014/main" id="{4F5B1053-E007-4486-A066-4748E777058D}"/>
              </a:ext>
            </a:extLst>
          </p:cNvPr>
          <p:cNvSpPr>
            <a:spLocks noGrp="1"/>
          </p:cNvSpPr>
          <p:nvPr/>
        </p:nvSpPr>
        <p:spPr>
          <a:xfrm>
            <a:off x="5360192" y="4335244"/>
            <a:ext cx="363045" cy="465998"/>
          </a:xfrm>
          <a:custGeom>
            <a:avLst/>
            <a:gdLst/>
            <a:ahLst/>
            <a:cxnLst/>
            <a:rect l="0" t="0" r="0" b="0"/>
            <a:pathLst>
              <a:path w="363045" h="465998">
                <a:moveTo>
                  <a:pt x="363045" y="0"/>
                </a:moveTo>
                <a:lnTo>
                  <a:pt x="0" y="465998"/>
                </a:lnTo>
              </a:path>
            </a:pathLst>
          </a:custGeom>
          <a:noFill/>
          <a:ln w="1428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8" name="Arrowhead 29">
            <a:extLst>
              <a:ext uri="{FF2B5EF4-FFF2-40B4-BE49-F238E27FC236}">
                <a16:creationId xmlns:a16="http://schemas.microsoft.com/office/drawing/2014/main" id="{CE3E159A-A112-4349-82B1-2A68BAC1629F}"/>
              </a:ext>
            </a:extLst>
          </p:cNvPr>
          <p:cNvSpPr>
            <a:spLocks noGrp="1"/>
          </p:cNvSpPr>
          <p:nvPr/>
        </p:nvSpPr>
        <p:spPr>
          <a:xfrm>
            <a:off x="5360192" y="4724692"/>
            <a:ext cx="69827" cy="76550"/>
          </a:xfrm>
          <a:custGeom>
            <a:avLst/>
            <a:gdLst/>
            <a:ahLst/>
            <a:cxnLst/>
            <a:rect l="0" t="0" r="0" b="0"/>
            <a:pathLst>
              <a:path w="69827" h="76550">
                <a:moveTo>
                  <a:pt x="0" y="76550"/>
                </a:moveTo>
                <a:lnTo>
                  <a:pt x="17981" y="0"/>
                </a:lnTo>
                <a:lnTo>
                  <a:pt x="69827" y="40391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9" name="Connection 59">
            <a:extLst>
              <a:ext uri="{FF2B5EF4-FFF2-40B4-BE49-F238E27FC236}">
                <a16:creationId xmlns:a16="http://schemas.microsoft.com/office/drawing/2014/main" id="{7C99A082-D65A-416B-B420-73265C31EF68}"/>
              </a:ext>
            </a:extLst>
          </p:cNvPr>
          <p:cNvSpPr>
            <a:spLocks noGrp="1"/>
          </p:cNvSpPr>
          <p:nvPr/>
        </p:nvSpPr>
        <p:spPr>
          <a:xfrm>
            <a:off x="5424173" y="5060218"/>
            <a:ext cx="696590" cy="267919"/>
          </a:xfrm>
          <a:custGeom>
            <a:avLst/>
            <a:gdLst/>
            <a:ahLst/>
            <a:cxnLst/>
            <a:rect l="0" t="0" r="0" b="0"/>
            <a:pathLst>
              <a:path w="696590" h="267919">
                <a:moveTo>
                  <a:pt x="0" y="0"/>
                </a:moveTo>
                <a:lnTo>
                  <a:pt x="696590" y="267919"/>
                </a:lnTo>
              </a:path>
            </a:pathLst>
          </a:custGeom>
          <a:noFill/>
          <a:ln w="1428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0" name="Arrowhead 30">
            <a:extLst>
              <a:ext uri="{FF2B5EF4-FFF2-40B4-BE49-F238E27FC236}">
                <a16:creationId xmlns:a16="http://schemas.microsoft.com/office/drawing/2014/main" id="{96598AFA-96AE-4768-9A69-4BCECD9AE2D6}"/>
              </a:ext>
            </a:extLst>
          </p:cNvPr>
          <p:cNvSpPr>
            <a:spLocks noGrp="1"/>
          </p:cNvSpPr>
          <p:nvPr/>
        </p:nvSpPr>
        <p:spPr>
          <a:xfrm>
            <a:off x="6042290" y="5271822"/>
            <a:ext cx="78472" cy="61342"/>
          </a:xfrm>
          <a:custGeom>
            <a:avLst/>
            <a:gdLst/>
            <a:ahLst/>
            <a:cxnLst/>
            <a:rect l="0" t="0" r="0" b="0"/>
            <a:pathLst>
              <a:path w="78472" h="61342">
                <a:moveTo>
                  <a:pt x="78472" y="56315"/>
                </a:moveTo>
                <a:lnTo>
                  <a:pt x="0" y="61342"/>
                </a:lnTo>
                <a:lnTo>
                  <a:pt x="23593" y="0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1" name="Connection 60">
            <a:extLst>
              <a:ext uri="{FF2B5EF4-FFF2-40B4-BE49-F238E27FC236}">
                <a16:creationId xmlns:a16="http://schemas.microsoft.com/office/drawing/2014/main" id="{454A3148-D694-40BC-8F92-EDD0775ED63E}"/>
              </a:ext>
            </a:extLst>
          </p:cNvPr>
          <p:cNvSpPr>
            <a:spLocks noGrp="1"/>
          </p:cNvSpPr>
          <p:nvPr/>
        </p:nvSpPr>
        <p:spPr>
          <a:xfrm>
            <a:off x="6548200" y="5220636"/>
            <a:ext cx="657918" cy="143026"/>
          </a:xfrm>
          <a:custGeom>
            <a:avLst/>
            <a:gdLst/>
            <a:ahLst/>
            <a:cxnLst/>
            <a:rect l="0" t="0" r="0" b="0"/>
            <a:pathLst>
              <a:path w="657918" h="143026">
                <a:moveTo>
                  <a:pt x="0" y="143026"/>
                </a:moveTo>
                <a:lnTo>
                  <a:pt x="657918" y="0"/>
                </a:lnTo>
              </a:path>
            </a:pathLst>
          </a:custGeom>
          <a:noFill/>
          <a:ln w="1428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2" name="Arrowhead 31">
            <a:extLst>
              <a:ext uri="{FF2B5EF4-FFF2-40B4-BE49-F238E27FC236}">
                <a16:creationId xmlns:a16="http://schemas.microsoft.com/office/drawing/2014/main" id="{7EE8B3B0-53BF-4285-BADA-85D133298118}"/>
              </a:ext>
            </a:extLst>
          </p:cNvPr>
          <p:cNvSpPr>
            <a:spLocks noGrp="1"/>
          </p:cNvSpPr>
          <p:nvPr/>
        </p:nvSpPr>
        <p:spPr>
          <a:xfrm>
            <a:off x="7129330" y="5203701"/>
            <a:ext cx="76788" cy="64222"/>
          </a:xfrm>
          <a:custGeom>
            <a:avLst/>
            <a:gdLst/>
            <a:ahLst/>
            <a:cxnLst/>
            <a:rect l="0" t="0" r="0" b="0"/>
            <a:pathLst>
              <a:path w="76788" h="64222">
                <a:moveTo>
                  <a:pt x="76788" y="16936"/>
                </a:moveTo>
                <a:lnTo>
                  <a:pt x="13961" y="64222"/>
                </a:lnTo>
                <a:lnTo>
                  <a:pt x="0" y="0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3" name="Connection 61">
            <a:extLst>
              <a:ext uri="{FF2B5EF4-FFF2-40B4-BE49-F238E27FC236}">
                <a16:creationId xmlns:a16="http://schemas.microsoft.com/office/drawing/2014/main" id="{FFB8BEA0-F215-4DA2-A3CE-CB95B511AF9C}"/>
              </a:ext>
            </a:extLst>
          </p:cNvPr>
          <p:cNvSpPr>
            <a:spLocks noGrp="1"/>
          </p:cNvSpPr>
          <p:nvPr/>
        </p:nvSpPr>
        <p:spPr>
          <a:xfrm>
            <a:off x="7460881" y="4674418"/>
            <a:ext cx="40648" cy="280842"/>
          </a:xfrm>
          <a:custGeom>
            <a:avLst/>
            <a:gdLst/>
            <a:ahLst/>
            <a:cxnLst/>
            <a:rect l="0" t="0" r="0" b="0"/>
            <a:pathLst>
              <a:path w="40648" h="280842">
                <a:moveTo>
                  <a:pt x="0" y="280842"/>
                </a:moveTo>
                <a:lnTo>
                  <a:pt x="40648" y="0"/>
                </a:lnTo>
              </a:path>
            </a:pathLst>
          </a:custGeom>
          <a:noFill/>
          <a:ln w="1428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4" name="Arrowhead 32">
            <a:extLst>
              <a:ext uri="{FF2B5EF4-FFF2-40B4-BE49-F238E27FC236}">
                <a16:creationId xmlns:a16="http://schemas.microsoft.com/office/drawing/2014/main" id="{EA30B20F-C71C-4192-88D6-6A436969B3B8}"/>
              </a:ext>
            </a:extLst>
          </p:cNvPr>
          <p:cNvSpPr>
            <a:spLocks noGrp="1"/>
          </p:cNvSpPr>
          <p:nvPr/>
        </p:nvSpPr>
        <p:spPr>
          <a:xfrm>
            <a:off x="7458774" y="4674418"/>
            <a:ext cx="65045" cy="75408"/>
          </a:xfrm>
          <a:custGeom>
            <a:avLst/>
            <a:gdLst/>
            <a:ahLst/>
            <a:cxnLst/>
            <a:rect l="0" t="0" r="0" b="0"/>
            <a:pathLst>
              <a:path w="65045" h="75408">
                <a:moveTo>
                  <a:pt x="42755" y="0"/>
                </a:moveTo>
                <a:lnTo>
                  <a:pt x="65045" y="75408"/>
                </a:lnTo>
                <a:lnTo>
                  <a:pt x="0" y="65994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5" name="Connection 62">
            <a:extLst>
              <a:ext uri="{FF2B5EF4-FFF2-40B4-BE49-F238E27FC236}">
                <a16:creationId xmlns:a16="http://schemas.microsoft.com/office/drawing/2014/main" id="{8E979A47-7CE3-4B22-881B-E2ADEDF5F081}"/>
              </a:ext>
            </a:extLst>
          </p:cNvPr>
          <p:cNvSpPr>
            <a:spLocks noGrp="1"/>
          </p:cNvSpPr>
          <p:nvPr/>
        </p:nvSpPr>
        <p:spPr>
          <a:xfrm>
            <a:off x="7545530" y="3314434"/>
            <a:ext cx="44633" cy="905418"/>
          </a:xfrm>
          <a:custGeom>
            <a:avLst/>
            <a:gdLst/>
            <a:ahLst/>
            <a:cxnLst/>
            <a:rect l="0" t="0" r="0" b="0"/>
            <a:pathLst>
              <a:path w="44633" h="905418">
                <a:moveTo>
                  <a:pt x="44633" y="0"/>
                </a:moveTo>
                <a:lnTo>
                  <a:pt x="0" y="905418"/>
                </a:lnTo>
              </a:path>
            </a:pathLst>
          </a:custGeom>
          <a:noFill/>
          <a:ln w="1428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6" name="Arrowhead 33">
            <a:extLst>
              <a:ext uri="{FF2B5EF4-FFF2-40B4-BE49-F238E27FC236}">
                <a16:creationId xmlns:a16="http://schemas.microsoft.com/office/drawing/2014/main" id="{F42729CB-F844-494E-8989-85E053AEA15F}"/>
              </a:ext>
            </a:extLst>
          </p:cNvPr>
          <p:cNvSpPr>
            <a:spLocks noGrp="1"/>
          </p:cNvSpPr>
          <p:nvPr/>
        </p:nvSpPr>
        <p:spPr>
          <a:xfrm>
            <a:off x="7516226" y="4146883"/>
            <a:ext cx="65643" cy="72969"/>
          </a:xfrm>
          <a:custGeom>
            <a:avLst/>
            <a:gdLst/>
            <a:ahLst/>
            <a:cxnLst/>
            <a:rect l="0" t="0" r="0" b="0"/>
            <a:pathLst>
              <a:path w="65643" h="72969">
                <a:moveTo>
                  <a:pt x="29304" y="72969"/>
                </a:moveTo>
                <a:lnTo>
                  <a:pt x="0" y="0"/>
                </a:lnTo>
                <a:lnTo>
                  <a:pt x="65643" y="3236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7" name="Connection 63">
            <a:extLst>
              <a:ext uri="{FF2B5EF4-FFF2-40B4-BE49-F238E27FC236}">
                <a16:creationId xmlns:a16="http://schemas.microsoft.com/office/drawing/2014/main" id="{3AAFD5CC-7C2F-479D-AB41-017B0B43BD58}"/>
              </a:ext>
            </a:extLst>
          </p:cNvPr>
          <p:cNvSpPr>
            <a:spLocks noGrp="1"/>
          </p:cNvSpPr>
          <p:nvPr/>
        </p:nvSpPr>
        <p:spPr>
          <a:xfrm>
            <a:off x="6790574" y="3672827"/>
            <a:ext cx="585458" cy="610371"/>
          </a:xfrm>
          <a:custGeom>
            <a:avLst/>
            <a:gdLst/>
            <a:ahLst/>
            <a:cxnLst/>
            <a:rect l="0" t="0" r="0" b="0"/>
            <a:pathLst>
              <a:path w="585458" h="610371">
                <a:moveTo>
                  <a:pt x="0" y="0"/>
                </a:moveTo>
                <a:lnTo>
                  <a:pt x="585458" y="610371"/>
                </a:lnTo>
              </a:path>
            </a:pathLst>
          </a:custGeom>
          <a:noFill/>
          <a:ln w="1428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8" name="Arrowhead 34">
            <a:extLst>
              <a:ext uri="{FF2B5EF4-FFF2-40B4-BE49-F238E27FC236}">
                <a16:creationId xmlns:a16="http://schemas.microsoft.com/office/drawing/2014/main" id="{19BECB57-4535-448A-80FF-BF51D4F2B765}"/>
              </a:ext>
            </a:extLst>
          </p:cNvPr>
          <p:cNvSpPr>
            <a:spLocks noGrp="1"/>
          </p:cNvSpPr>
          <p:nvPr/>
        </p:nvSpPr>
        <p:spPr>
          <a:xfrm>
            <a:off x="7302866" y="4208896"/>
            <a:ext cx="73166" cy="74303"/>
          </a:xfrm>
          <a:custGeom>
            <a:avLst/>
            <a:gdLst/>
            <a:ahLst/>
            <a:cxnLst/>
            <a:rect l="0" t="0" r="0" b="0"/>
            <a:pathLst>
              <a:path w="73166" h="74303">
                <a:moveTo>
                  <a:pt x="73166" y="74303"/>
                </a:moveTo>
                <a:lnTo>
                  <a:pt x="0" y="45495"/>
                </a:lnTo>
                <a:lnTo>
                  <a:pt x="47431" y="0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9" name="Connection 64">
            <a:extLst>
              <a:ext uri="{FF2B5EF4-FFF2-40B4-BE49-F238E27FC236}">
                <a16:creationId xmlns:a16="http://schemas.microsoft.com/office/drawing/2014/main" id="{D7BC692B-56DE-4DCC-BE63-3C27D3734783}"/>
              </a:ext>
            </a:extLst>
          </p:cNvPr>
          <p:cNvSpPr>
            <a:spLocks noGrp="1"/>
          </p:cNvSpPr>
          <p:nvPr/>
        </p:nvSpPr>
        <p:spPr>
          <a:xfrm>
            <a:off x="6026510" y="3660649"/>
            <a:ext cx="436449" cy="361933"/>
          </a:xfrm>
          <a:custGeom>
            <a:avLst/>
            <a:gdLst/>
            <a:ahLst/>
            <a:cxnLst/>
            <a:rect l="0" t="0" r="0" b="0"/>
            <a:pathLst>
              <a:path w="436449" h="361933">
                <a:moveTo>
                  <a:pt x="0" y="361933"/>
                </a:moveTo>
                <a:lnTo>
                  <a:pt x="436449" y="0"/>
                </a:lnTo>
              </a:path>
            </a:pathLst>
          </a:custGeom>
          <a:noFill/>
          <a:ln w="1428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0" name="Arrowhead 35">
            <a:extLst>
              <a:ext uri="{FF2B5EF4-FFF2-40B4-BE49-F238E27FC236}">
                <a16:creationId xmlns:a16="http://schemas.microsoft.com/office/drawing/2014/main" id="{D7243184-A41F-4E3C-A7AA-57D79B8484BA}"/>
              </a:ext>
            </a:extLst>
          </p:cNvPr>
          <p:cNvSpPr>
            <a:spLocks noGrp="1"/>
          </p:cNvSpPr>
          <p:nvPr/>
        </p:nvSpPr>
        <p:spPr>
          <a:xfrm>
            <a:off x="6386992" y="3660649"/>
            <a:ext cx="75966" cy="70896"/>
          </a:xfrm>
          <a:custGeom>
            <a:avLst/>
            <a:gdLst/>
            <a:ahLst/>
            <a:cxnLst/>
            <a:rect l="0" t="0" r="0" b="0"/>
            <a:pathLst>
              <a:path w="75966" h="70896">
                <a:moveTo>
                  <a:pt x="75966" y="0"/>
                </a:moveTo>
                <a:lnTo>
                  <a:pt x="41953" y="70896"/>
                </a:lnTo>
                <a:lnTo>
                  <a:pt x="0" y="20306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1" name="Connection 65">
            <a:extLst>
              <a:ext uri="{FF2B5EF4-FFF2-40B4-BE49-F238E27FC236}">
                <a16:creationId xmlns:a16="http://schemas.microsoft.com/office/drawing/2014/main" id="{BE429974-4BBC-4820-B62D-F83D4AAE876A}"/>
              </a:ext>
            </a:extLst>
          </p:cNvPr>
          <p:cNvSpPr>
            <a:spLocks noGrp="1"/>
          </p:cNvSpPr>
          <p:nvPr/>
        </p:nvSpPr>
        <p:spPr>
          <a:xfrm>
            <a:off x="6073835" y="4199236"/>
            <a:ext cx="1235090" cy="210527"/>
          </a:xfrm>
          <a:custGeom>
            <a:avLst/>
            <a:gdLst/>
            <a:ahLst/>
            <a:cxnLst/>
            <a:rect l="0" t="0" r="0" b="0"/>
            <a:pathLst>
              <a:path w="1235090" h="210527">
                <a:moveTo>
                  <a:pt x="0" y="0"/>
                </a:moveTo>
                <a:lnTo>
                  <a:pt x="1235090" y="210527"/>
                </a:lnTo>
              </a:path>
            </a:pathLst>
          </a:custGeom>
          <a:noFill/>
          <a:ln w="1428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2" name="Arrowhead 36">
            <a:extLst>
              <a:ext uri="{FF2B5EF4-FFF2-40B4-BE49-F238E27FC236}">
                <a16:creationId xmlns:a16="http://schemas.microsoft.com/office/drawing/2014/main" id="{AA0F33F3-41F3-4BC4-A5D9-707950BA9E40}"/>
              </a:ext>
            </a:extLst>
          </p:cNvPr>
          <p:cNvSpPr>
            <a:spLocks noGrp="1"/>
          </p:cNvSpPr>
          <p:nvPr/>
        </p:nvSpPr>
        <p:spPr>
          <a:xfrm>
            <a:off x="7232982" y="4365365"/>
            <a:ext cx="75943" cy="64788"/>
          </a:xfrm>
          <a:custGeom>
            <a:avLst/>
            <a:gdLst/>
            <a:ahLst/>
            <a:cxnLst/>
            <a:rect l="0" t="0" r="0" b="0"/>
            <a:pathLst>
              <a:path w="75943" h="64788">
                <a:moveTo>
                  <a:pt x="75943" y="44398"/>
                </a:moveTo>
                <a:lnTo>
                  <a:pt x="0" y="64788"/>
                </a:lnTo>
                <a:lnTo>
                  <a:pt x="11043" y="0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3" name="Connection 66">
            <a:extLst>
              <a:ext uri="{FF2B5EF4-FFF2-40B4-BE49-F238E27FC236}">
                <a16:creationId xmlns:a16="http://schemas.microsoft.com/office/drawing/2014/main" id="{91A6F89A-F569-4A71-A324-3DF8C5DD3E1C}"/>
              </a:ext>
            </a:extLst>
          </p:cNvPr>
          <p:cNvSpPr>
            <a:spLocks noGrp="1"/>
          </p:cNvSpPr>
          <p:nvPr/>
        </p:nvSpPr>
        <p:spPr>
          <a:xfrm>
            <a:off x="6512493" y="4585195"/>
            <a:ext cx="850845" cy="682027"/>
          </a:xfrm>
          <a:custGeom>
            <a:avLst/>
            <a:gdLst/>
            <a:ahLst/>
            <a:cxnLst/>
            <a:rect l="0" t="0" r="0" b="0"/>
            <a:pathLst>
              <a:path w="850845" h="682027">
                <a:moveTo>
                  <a:pt x="850845" y="0"/>
                </a:moveTo>
                <a:lnTo>
                  <a:pt x="0" y="682027"/>
                </a:lnTo>
              </a:path>
            </a:pathLst>
          </a:custGeom>
          <a:noFill/>
          <a:ln w="1428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4" name="Arrowhead 37">
            <a:extLst>
              <a:ext uri="{FF2B5EF4-FFF2-40B4-BE49-F238E27FC236}">
                <a16:creationId xmlns:a16="http://schemas.microsoft.com/office/drawing/2014/main" id="{ECF78202-C05B-485F-B37D-C6A53266C698}"/>
              </a:ext>
            </a:extLst>
          </p:cNvPr>
          <p:cNvSpPr>
            <a:spLocks noGrp="1"/>
          </p:cNvSpPr>
          <p:nvPr/>
        </p:nvSpPr>
        <p:spPr>
          <a:xfrm>
            <a:off x="6512493" y="5196901"/>
            <a:ext cx="76293" cy="70321"/>
          </a:xfrm>
          <a:custGeom>
            <a:avLst/>
            <a:gdLst/>
            <a:ahLst/>
            <a:cxnLst/>
            <a:rect l="0" t="0" r="0" b="0"/>
            <a:pathLst>
              <a:path w="76293" h="70321">
                <a:moveTo>
                  <a:pt x="0" y="70321"/>
                </a:moveTo>
                <a:lnTo>
                  <a:pt x="35187" y="0"/>
                </a:lnTo>
                <a:lnTo>
                  <a:pt x="76293" y="51281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5" name="Graph neuron 11">
            <a:extLst>
              <a:ext uri="{FF2B5EF4-FFF2-40B4-BE49-F238E27FC236}">
                <a16:creationId xmlns:a16="http://schemas.microsoft.com/office/drawing/2014/main" id="{8A3D19DF-D51F-468F-A90B-1837DCBD1B0D}"/>
              </a:ext>
            </a:extLst>
          </p:cNvPr>
          <p:cNvSpPr>
            <a:spLocks noGrp="1"/>
          </p:cNvSpPr>
          <p:nvPr/>
        </p:nvSpPr>
        <p:spPr>
          <a:xfrm>
            <a:off x="4714875" y="3609975"/>
            <a:ext cx="400050" cy="400050"/>
          </a:xfrm>
          <a:prstGeom prst="ellipse">
            <a:avLst/>
          </a:prstGeom>
          <a:solidFill>
            <a:srgbClr val="C09583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6" name="Graph neuron 12">
            <a:extLst>
              <a:ext uri="{FF2B5EF4-FFF2-40B4-BE49-F238E27FC236}">
                <a16:creationId xmlns:a16="http://schemas.microsoft.com/office/drawing/2014/main" id="{491E1446-57FD-4A61-A118-C08D543A6DF1}"/>
              </a:ext>
            </a:extLst>
          </p:cNvPr>
          <p:cNvSpPr>
            <a:spLocks noGrp="1"/>
          </p:cNvSpPr>
          <p:nvPr/>
        </p:nvSpPr>
        <p:spPr>
          <a:xfrm>
            <a:off x="5114925" y="2838450"/>
            <a:ext cx="400050" cy="400050"/>
          </a:xfrm>
          <a:prstGeom prst="ellipse">
            <a:avLst/>
          </a:prstGeom>
          <a:solidFill>
            <a:srgbClr val="C09583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7" name="Graph neuron 13">
            <a:extLst>
              <a:ext uri="{FF2B5EF4-FFF2-40B4-BE49-F238E27FC236}">
                <a16:creationId xmlns:a16="http://schemas.microsoft.com/office/drawing/2014/main" id="{5436BC52-2D47-4CCA-BC3B-6056A442BCD3}"/>
              </a:ext>
            </a:extLst>
          </p:cNvPr>
          <p:cNvSpPr>
            <a:spLocks noGrp="1"/>
          </p:cNvSpPr>
          <p:nvPr/>
        </p:nvSpPr>
        <p:spPr>
          <a:xfrm>
            <a:off x="6029325" y="2590800"/>
            <a:ext cx="400050" cy="400050"/>
          </a:xfrm>
          <a:prstGeom prst="ellipse">
            <a:avLst/>
          </a:prstGeom>
          <a:solidFill>
            <a:srgbClr val="8FAFBE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8" name="Graph neuron 14">
            <a:extLst>
              <a:ext uri="{FF2B5EF4-FFF2-40B4-BE49-F238E27FC236}">
                <a16:creationId xmlns:a16="http://schemas.microsoft.com/office/drawing/2014/main" id="{9F1A0E2A-D5EC-4AD1-B084-CA94B6545A31}"/>
              </a:ext>
            </a:extLst>
          </p:cNvPr>
          <p:cNvSpPr>
            <a:spLocks noGrp="1"/>
          </p:cNvSpPr>
          <p:nvPr/>
        </p:nvSpPr>
        <p:spPr>
          <a:xfrm>
            <a:off x="6438900" y="3314700"/>
            <a:ext cx="400050" cy="400050"/>
          </a:xfrm>
          <a:prstGeom prst="ellipse">
            <a:avLst/>
          </a:prstGeom>
          <a:solidFill>
            <a:srgbClr val="91B2A5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9" name="Graph type node 1">
            <a:extLst>
              <a:ext uri="{FF2B5EF4-FFF2-40B4-BE49-F238E27FC236}">
                <a16:creationId xmlns:a16="http://schemas.microsoft.com/office/drawing/2014/main" id="{6D72F0A6-834C-48D8-B988-AD9E87A5BD46}"/>
              </a:ext>
            </a:extLst>
          </p:cNvPr>
          <p:cNvSpPr>
            <a:spLocks noGrp="1"/>
          </p:cNvSpPr>
          <p:nvPr/>
        </p:nvSpPr>
        <p:spPr>
          <a:xfrm>
            <a:off x="7400925" y="2895600"/>
            <a:ext cx="400050" cy="400050"/>
          </a:xfrm>
          <a:prstGeom prst="rect">
            <a:avLst/>
          </a:prstGeom>
          <a:solidFill>
            <a:srgbClr val="8FAFBE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0" name="Graph type node 2">
            <a:extLst>
              <a:ext uri="{FF2B5EF4-FFF2-40B4-BE49-F238E27FC236}">
                <a16:creationId xmlns:a16="http://schemas.microsoft.com/office/drawing/2014/main" id="{EE3FD875-86AF-4BBF-8FC7-60DF62C04C82}"/>
              </a:ext>
            </a:extLst>
          </p:cNvPr>
          <p:cNvSpPr>
            <a:spLocks noGrp="1"/>
          </p:cNvSpPr>
          <p:nvPr/>
        </p:nvSpPr>
        <p:spPr>
          <a:xfrm>
            <a:off x="5657850" y="3962400"/>
            <a:ext cx="400050" cy="400050"/>
          </a:xfrm>
          <a:prstGeom prst="rect">
            <a:avLst/>
          </a:prstGeom>
          <a:solidFill>
            <a:srgbClr val="CFB67D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1" name="Graph neuron 15">
            <a:extLst>
              <a:ext uri="{FF2B5EF4-FFF2-40B4-BE49-F238E27FC236}">
                <a16:creationId xmlns:a16="http://schemas.microsoft.com/office/drawing/2014/main" id="{07D4B27F-74AE-4254-A427-88B88E0F7225}"/>
              </a:ext>
            </a:extLst>
          </p:cNvPr>
          <p:cNvSpPr>
            <a:spLocks noGrp="1"/>
          </p:cNvSpPr>
          <p:nvPr/>
        </p:nvSpPr>
        <p:spPr>
          <a:xfrm>
            <a:off x="5019675" y="4781550"/>
            <a:ext cx="400050" cy="400050"/>
          </a:xfrm>
          <a:prstGeom prst="ellipse">
            <a:avLst/>
          </a:prstGeom>
          <a:solidFill>
            <a:srgbClr val="CFB67D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2" name="Graph neuron 16">
            <a:extLst>
              <a:ext uri="{FF2B5EF4-FFF2-40B4-BE49-F238E27FC236}">
                <a16:creationId xmlns:a16="http://schemas.microsoft.com/office/drawing/2014/main" id="{BEF8A048-F1E6-46F8-88E1-37CC5C676C21}"/>
              </a:ext>
            </a:extLst>
          </p:cNvPr>
          <p:cNvSpPr>
            <a:spLocks noGrp="1"/>
          </p:cNvSpPr>
          <p:nvPr/>
        </p:nvSpPr>
        <p:spPr>
          <a:xfrm>
            <a:off x="6134100" y="5210175"/>
            <a:ext cx="400050" cy="400050"/>
          </a:xfrm>
          <a:prstGeom prst="ellipse">
            <a:avLst/>
          </a:prstGeom>
          <a:solidFill>
            <a:srgbClr val="8FAFBE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3" name="Graph neuron 17">
            <a:extLst>
              <a:ext uri="{FF2B5EF4-FFF2-40B4-BE49-F238E27FC236}">
                <a16:creationId xmlns:a16="http://schemas.microsoft.com/office/drawing/2014/main" id="{D485230A-E67D-49C7-97A2-7846B98D9CBC}"/>
              </a:ext>
            </a:extLst>
          </p:cNvPr>
          <p:cNvSpPr>
            <a:spLocks noGrp="1"/>
          </p:cNvSpPr>
          <p:nvPr/>
        </p:nvSpPr>
        <p:spPr>
          <a:xfrm>
            <a:off x="7334250" y="4248150"/>
            <a:ext cx="400050" cy="400050"/>
          </a:xfrm>
          <a:prstGeom prst="ellipse">
            <a:avLst/>
          </a:prstGeom>
          <a:solidFill>
            <a:srgbClr val="AE9FB7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4" name="Graph type node 3">
            <a:extLst>
              <a:ext uri="{FF2B5EF4-FFF2-40B4-BE49-F238E27FC236}">
                <a16:creationId xmlns:a16="http://schemas.microsoft.com/office/drawing/2014/main" id="{F41D71F3-45F4-4617-8DE6-B7B99959553E}"/>
              </a:ext>
            </a:extLst>
          </p:cNvPr>
          <p:cNvSpPr>
            <a:spLocks noGrp="1"/>
          </p:cNvSpPr>
          <p:nvPr/>
        </p:nvSpPr>
        <p:spPr>
          <a:xfrm>
            <a:off x="7229475" y="4972050"/>
            <a:ext cx="400050" cy="400050"/>
          </a:xfrm>
          <a:prstGeom prst="rect">
            <a:avLst/>
          </a:prstGeom>
          <a:solidFill>
            <a:srgbClr val="AE9FB7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5" name="Connection 67">
            <a:extLst>
              <a:ext uri="{FF2B5EF4-FFF2-40B4-BE49-F238E27FC236}">
                <a16:creationId xmlns:a16="http://schemas.microsoft.com/office/drawing/2014/main" id="{92DA697F-0DB9-485A-9D09-413143D5C7D7}"/>
              </a:ext>
            </a:extLst>
          </p:cNvPr>
          <p:cNvSpPr>
            <a:spLocks noGrp="1"/>
          </p:cNvSpPr>
          <p:nvPr/>
        </p:nvSpPr>
        <p:spPr>
          <a:xfrm>
            <a:off x="8998904" y="2907600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131693"/>
                </a:moveTo>
                <a:lnTo>
                  <a:pt x="35745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6" name="Connection 68">
            <a:extLst>
              <a:ext uri="{FF2B5EF4-FFF2-40B4-BE49-F238E27FC236}">
                <a16:creationId xmlns:a16="http://schemas.microsoft.com/office/drawing/2014/main" id="{B4843AA5-DB4B-48FE-AA54-3BAF2598EB9C}"/>
              </a:ext>
            </a:extLst>
          </p:cNvPr>
          <p:cNvSpPr>
            <a:spLocks noGrp="1"/>
          </p:cNvSpPr>
          <p:nvPr/>
        </p:nvSpPr>
        <p:spPr>
          <a:xfrm>
            <a:off x="8998904" y="3171007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0"/>
                </a:moveTo>
                <a:lnTo>
                  <a:pt x="357454" y="131693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7" name="Connection 69">
            <a:extLst>
              <a:ext uri="{FF2B5EF4-FFF2-40B4-BE49-F238E27FC236}">
                <a16:creationId xmlns:a16="http://schemas.microsoft.com/office/drawing/2014/main" id="{D28DF4F6-4BF4-408E-B82A-10E68BBCA1E8}"/>
              </a:ext>
            </a:extLst>
          </p:cNvPr>
          <p:cNvSpPr>
            <a:spLocks noGrp="1"/>
          </p:cNvSpPr>
          <p:nvPr/>
        </p:nvSpPr>
        <p:spPr>
          <a:xfrm>
            <a:off x="8947959" y="3246413"/>
            <a:ext cx="461892" cy="510512"/>
          </a:xfrm>
          <a:custGeom>
            <a:avLst/>
            <a:gdLst/>
            <a:ahLst/>
            <a:cxnLst/>
            <a:rect l="0" t="0" r="0" b="0"/>
            <a:pathLst>
              <a:path w="461892" h="510512">
                <a:moveTo>
                  <a:pt x="0" y="0"/>
                </a:moveTo>
                <a:lnTo>
                  <a:pt x="461892" y="510512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8" name="Connection 70">
            <a:extLst>
              <a:ext uri="{FF2B5EF4-FFF2-40B4-BE49-F238E27FC236}">
                <a16:creationId xmlns:a16="http://schemas.microsoft.com/office/drawing/2014/main" id="{9947928C-32B9-479D-B71C-9A14CB0EE4E8}"/>
              </a:ext>
            </a:extLst>
          </p:cNvPr>
          <p:cNvSpPr>
            <a:spLocks noGrp="1"/>
          </p:cNvSpPr>
          <p:nvPr/>
        </p:nvSpPr>
        <p:spPr>
          <a:xfrm>
            <a:off x="8911036" y="3272572"/>
            <a:ext cx="537584" cy="990286"/>
          </a:xfrm>
          <a:custGeom>
            <a:avLst/>
            <a:gdLst/>
            <a:ahLst/>
            <a:cxnLst/>
            <a:rect l="0" t="0" r="0" b="0"/>
            <a:pathLst>
              <a:path w="537584" h="990286">
                <a:moveTo>
                  <a:pt x="0" y="0"/>
                </a:moveTo>
                <a:lnTo>
                  <a:pt x="537584" y="990286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9" name="Connection 71">
            <a:extLst>
              <a:ext uri="{FF2B5EF4-FFF2-40B4-BE49-F238E27FC236}">
                <a16:creationId xmlns:a16="http://schemas.microsoft.com/office/drawing/2014/main" id="{0CD85429-1380-4C07-8F4B-EE24C8202984}"/>
              </a:ext>
            </a:extLst>
          </p:cNvPr>
          <p:cNvSpPr>
            <a:spLocks noGrp="1"/>
          </p:cNvSpPr>
          <p:nvPr/>
        </p:nvSpPr>
        <p:spPr>
          <a:xfrm>
            <a:off x="8889021" y="3282765"/>
            <a:ext cx="582714" cy="1502790"/>
          </a:xfrm>
          <a:custGeom>
            <a:avLst/>
            <a:gdLst/>
            <a:ahLst/>
            <a:cxnLst/>
            <a:rect l="0" t="0" r="0" b="0"/>
            <a:pathLst>
              <a:path w="582714" h="1502790">
                <a:moveTo>
                  <a:pt x="0" y="0"/>
                </a:moveTo>
                <a:lnTo>
                  <a:pt x="582714" y="150279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0" name="Connection 72">
            <a:extLst>
              <a:ext uri="{FF2B5EF4-FFF2-40B4-BE49-F238E27FC236}">
                <a16:creationId xmlns:a16="http://schemas.microsoft.com/office/drawing/2014/main" id="{E6BC50B2-FFB1-422D-980E-A568AEE49495}"/>
              </a:ext>
            </a:extLst>
          </p:cNvPr>
          <p:cNvSpPr>
            <a:spLocks noGrp="1"/>
          </p:cNvSpPr>
          <p:nvPr/>
        </p:nvSpPr>
        <p:spPr>
          <a:xfrm>
            <a:off x="8947959" y="2986776"/>
            <a:ext cx="461892" cy="510512"/>
          </a:xfrm>
          <a:custGeom>
            <a:avLst/>
            <a:gdLst/>
            <a:ahLst/>
            <a:cxnLst/>
            <a:rect l="0" t="0" r="0" b="0"/>
            <a:pathLst>
              <a:path w="461892" h="510512">
                <a:moveTo>
                  <a:pt x="0" y="510512"/>
                </a:moveTo>
                <a:lnTo>
                  <a:pt x="461892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1" name="Connection 73">
            <a:extLst>
              <a:ext uri="{FF2B5EF4-FFF2-40B4-BE49-F238E27FC236}">
                <a16:creationId xmlns:a16="http://schemas.microsoft.com/office/drawing/2014/main" id="{68034FE2-3BD3-4A6A-B0B5-FFC2FBB792B6}"/>
              </a:ext>
            </a:extLst>
          </p:cNvPr>
          <p:cNvSpPr>
            <a:spLocks noGrp="1"/>
          </p:cNvSpPr>
          <p:nvPr/>
        </p:nvSpPr>
        <p:spPr>
          <a:xfrm>
            <a:off x="8998904" y="3441000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131693"/>
                </a:moveTo>
                <a:lnTo>
                  <a:pt x="35745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2" name="Connection 74">
            <a:extLst>
              <a:ext uri="{FF2B5EF4-FFF2-40B4-BE49-F238E27FC236}">
                <a16:creationId xmlns:a16="http://schemas.microsoft.com/office/drawing/2014/main" id="{2EB0D157-B2F0-4267-A7AA-B85E240AD693}"/>
              </a:ext>
            </a:extLst>
          </p:cNvPr>
          <p:cNvSpPr>
            <a:spLocks noGrp="1"/>
          </p:cNvSpPr>
          <p:nvPr/>
        </p:nvSpPr>
        <p:spPr>
          <a:xfrm>
            <a:off x="8998904" y="3704407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0"/>
                </a:moveTo>
                <a:lnTo>
                  <a:pt x="357454" y="131693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3" name="Connection 75">
            <a:extLst>
              <a:ext uri="{FF2B5EF4-FFF2-40B4-BE49-F238E27FC236}">
                <a16:creationId xmlns:a16="http://schemas.microsoft.com/office/drawing/2014/main" id="{31CD4742-F5BD-4AE8-A560-4A4FAB49AED2}"/>
              </a:ext>
            </a:extLst>
          </p:cNvPr>
          <p:cNvSpPr>
            <a:spLocks noGrp="1"/>
          </p:cNvSpPr>
          <p:nvPr/>
        </p:nvSpPr>
        <p:spPr>
          <a:xfrm>
            <a:off x="8947959" y="3779813"/>
            <a:ext cx="461892" cy="510512"/>
          </a:xfrm>
          <a:custGeom>
            <a:avLst/>
            <a:gdLst/>
            <a:ahLst/>
            <a:cxnLst/>
            <a:rect l="0" t="0" r="0" b="0"/>
            <a:pathLst>
              <a:path w="461892" h="510512">
                <a:moveTo>
                  <a:pt x="0" y="0"/>
                </a:moveTo>
                <a:lnTo>
                  <a:pt x="461892" y="510512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4" name="Connection 76">
            <a:extLst>
              <a:ext uri="{FF2B5EF4-FFF2-40B4-BE49-F238E27FC236}">
                <a16:creationId xmlns:a16="http://schemas.microsoft.com/office/drawing/2014/main" id="{4B0F03C5-8498-4043-9F42-6533C688589A}"/>
              </a:ext>
            </a:extLst>
          </p:cNvPr>
          <p:cNvSpPr>
            <a:spLocks noGrp="1"/>
          </p:cNvSpPr>
          <p:nvPr/>
        </p:nvSpPr>
        <p:spPr>
          <a:xfrm>
            <a:off x="8911036" y="3805972"/>
            <a:ext cx="537584" cy="990286"/>
          </a:xfrm>
          <a:custGeom>
            <a:avLst/>
            <a:gdLst/>
            <a:ahLst/>
            <a:cxnLst/>
            <a:rect l="0" t="0" r="0" b="0"/>
            <a:pathLst>
              <a:path w="537584" h="990286">
                <a:moveTo>
                  <a:pt x="0" y="0"/>
                </a:moveTo>
                <a:lnTo>
                  <a:pt x="537584" y="990286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5" name="Connection 77">
            <a:extLst>
              <a:ext uri="{FF2B5EF4-FFF2-40B4-BE49-F238E27FC236}">
                <a16:creationId xmlns:a16="http://schemas.microsoft.com/office/drawing/2014/main" id="{741B0179-2CAC-42FA-A04B-ECA4209AEDA8}"/>
              </a:ext>
            </a:extLst>
          </p:cNvPr>
          <p:cNvSpPr>
            <a:spLocks noGrp="1"/>
          </p:cNvSpPr>
          <p:nvPr/>
        </p:nvSpPr>
        <p:spPr>
          <a:xfrm>
            <a:off x="8911036" y="3014243"/>
            <a:ext cx="537584" cy="990286"/>
          </a:xfrm>
          <a:custGeom>
            <a:avLst/>
            <a:gdLst/>
            <a:ahLst/>
            <a:cxnLst/>
            <a:rect l="0" t="0" r="0" b="0"/>
            <a:pathLst>
              <a:path w="537584" h="990286">
                <a:moveTo>
                  <a:pt x="0" y="990286"/>
                </a:moveTo>
                <a:lnTo>
                  <a:pt x="53758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6" name="Connection 78">
            <a:extLst>
              <a:ext uri="{FF2B5EF4-FFF2-40B4-BE49-F238E27FC236}">
                <a16:creationId xmlns:a16="http://schemas.microsoft.com/office/drawing/2014/main" id="{FA8309A8-B8C2-4B28-B477-CD4A4ED6724E}"/>
              </a:ext>
            </a:extLst>
          </p:cNvPr>
          <p:cNvSpPr>
            <a:spLocks noGrp="1"/>
          </p:cNvSpPr>
          <p:nvPr/>
        </p:nvSpPr>
        <p:spPr>
          <a:xfrm>
            <a:off x="8947959" y="3520176"/>
            <a:ext cx="461892" cy="510512"/>
          </a:xfrm>
          <a:custGeom>
            <a:avLst/>
            <a:gdLst/>
            <a:ahLst/>
            <a:cxnLst/>
            <a:rect l="0" t="0" r="0" b="0"/>
            <a:pathLst>
              <a:path w="461892" h="510512">
                <a:moveTo>
                  <a:pt x="0" y="510512"/>
                </a:moveTo>
                <a:lnTo>
                  <a:pt x="461892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7" name="Connection 79">
            <a:extLst>
              <a:ext uri="{FF2B5EF4-FFF2-40B4-BE49-F238E27FC236}">
                <a16:creationId xmlns:a16="http://schemas.microsoft.com/office/drawing/2014/main" id="{11D6CA9E-1918-4D02-848C-59553B2B5F84}"/>
              </a:ext>
            </a:extLst>
          </p:cNvPr>
          <p:cNvSpPr>
            <a:spLocks noGrp="1"/>
          </p:cNvSpPr>
          <p:nvPr/>
        </p:nvSpPr>
        <p:spPr>
          <a:xfrm>
            <a:off x="8998904" y="3974400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131693"/>
                </a:moveTo>
                <a:lnTo>
                  <a:pt x="35745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8" name="Connection 80">
            <a:extLst>
              <a:ext uri="{FF2B5EF4-FFF2-40B4-BE49-F238E27FC236}">
                <a16:creationId xmlns:a16="http://schemas.microsoft.com/office/drawing/2014/main" id="{A539639D-55A7-4708-92BD-1523EC77ABC7}"/>
              </a:ext>
            </a:extLst>
          </p:cNvPr>
          <p:cNvSpPr>
            <a:spLocks noGrp="1"/>
          </p:cNvSpPr>
          <p:nvPr/>
        </p:nvSpPr>
        <p:spPr>
          <a:xfrm>
            <a:off x="8998904" y="4237807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0"/>
                </a:moveTo>
                <a:lnTo>
                  <a:pt x="357454" y="131693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9" name="Connection 81">
            <a:extLst>
              <a:ext uri="{FF2B5EF4-FFF2-40B4-BE49-F238E27FC236}">
                <a16:creationId xmlns:a16="http://schemas.microsoft.com/office/drawing/2014/main" id="{81EF45D3-BBB2-4DD4-8A61-A956F36B1C44}"/>
              </a:ext>
            </a:extLst>
          </p:cNvPr>
          <p:cNvSpPr>
            <a:spLocks noGrp="1"/>
          </p:cNvSpPr>
          <p:nvPr/>
        </p:nvSpPr>
        <p:spPr>
          <a:xfrm>
            <a:off x="8947959" y="4313213"/>
            <a:ext cx="461892" cy="510512"/>
          </a:xfrm>
          <a:custGeom>
            <a:avLst/>
            <a:gdLst/>
            <a:ahLst/>
            <a:cxnLst/>
            <a:rect l="0" t="0" r="0" b="0"/>
            <a:pathLst>
              <a:path w="461892" h="510512">
                <a:moveTo>
                  <a:pt x="0" y="0"/>
                </a:moveTo>
                <a:lnTo>
                  <a:pt x="461892" y="510512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0" name="Connection 82">
            <a:extLst>
              <a:ext uri="{FF2B5EF4-FFF2-40B4-BE49-F238E27FC236}">
                <a16:creationId xmlns:a16="http://schemas.microsoft.com/office/drawing/2014/main" id="{27F0F9DA-9C4D-4B9A-949D-F178389AAFCC}"/>
              </a:ext>
            </a:extLst>
          </p:cNvPr>
          <p:cNvSpPr>
            <a:spLocks noGrp="1"/>
          </p:cNvSpPr>
          <p:nvPr/>
        </p:nvSpPr>
        <p:spPr>
          <a:xfrm>
            <a:off x="8889021" y="3024946"/>
            <a:ext cx="582714" cy="1502790"/>
          </a:xfrm>
          <a:custGeom>
            <a:avLst/>
            <a:gdLst/>
            <a:ahLst/>
            <a:cxnLst/>
            <a:rect l="0" t="0" r="0" b="0"/>
            <a:pathLst>
              <a:path w="582714" h="1502790">
                <a:moveTo>
                  <a:pt x="0" y="1502790"/>
                </a:moveTo>
                <a:lnTo>
                  <a:pt x="58271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1" name="Connection 83">
            <a:extLst>
              <a:ext uri="{FF2B5EF4-FFF2-40B4-BE49-F238E27FC236}">
                <a16:creationId xmlns:a16="http://schemas.microsoft.com/office/drawing/2014/main" id="{880219FF-3D84-4E3C-8461-72470329BBB3}"/>
              </a:ext>
            </a:extLst>
          </p:cNvPr>
          <p:cNvSpPr>
            <a:spLocks noGrp="1"/>
          </p:cNvSpPr>
          <p:nvPr/>
        </p:nvSpPr>
        <p:spPr>
          <a:xfrm>
            <a:off x="8911036" y="3547643"/>
            <a:ext cx="537584" cy="990286"/>
          </a:xfrm>
          <a:custGeom>
            <a:avLst/>
            <a:gdLst/>
            <a:ahLst/>
            <a:cxnLst/>
            <a:rect l="0" t="0" r="0" b="0"/>
            <a:pathLst>
              <a:path w="537584" h="990286">
                <a:moveTo>
                  <a:pt x="0" y="990286"/>
                </a:moveTo>
                <a:lnTo>
                  <a:pt x="53758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2" name="Connection 84">
            <a:extLst>
              <a:ext uri="{FF2B5EF4-FFF2-40B4-BE49-F238E27FC236}">
                <a16:creationId xmlns:a16="http://schemas.microsoft.com/office/drawing/2014/main" id="{2FC805BC-4F21-4F4C-AE08-12052294DEB5}"/>
              </a:ext>
            </a:extLst>
          </p:cNvPr>
          <p:cNvSpPr>
            <a:spLocks noGrp="1"/>
          </p:cNvSpPr>
          <p:nvPr/>
        </p:nvSpPr>
        <p:spPr>
          <a:xfrm>
            <a:off x="8947959" y="4053576"/>
            <a:ext cx="461892" cy="510512"/>
          </a:xfrm>
          <a:custGeom>
            <a:avLst/>
            <a:gdLst/>
            <a:ahLst/>
            <a:cxnLst/>
            <a:rect l="0" t="0" r="0" b="0"/>
            <a:pathLst>
              <a:path w="461892" h="510512">
                <a:moveTo>
                  <a:pt x="0" y="510512"/>
                </a:moveTo>
                <a:lnTo>
                  <a:pt x="461892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3" name="Connection 85">
            <a:extLst>
              <a:ext uri="{FF2B5EF4-FFF2-40B4-BE49-F238E27FC236}">
                <a16:creationId xmlns:a16="http://schemas.microsoft.com/office/drawing/2014/main" id="{EB873476-EFEE-4208-B8D8-4827533E924B}"/>
              </a:ext>
            </a:extLst>
          </p:cNvPr>
          <p:cNvSpPr>
            <a:spLocks noGrp="1"/>
          </p:cNvSpPr>
          <p:nvPr/>
        </p:nvSpPr>
        <p:spPr>
          <a:xfrm>
            <a:off x="8998904" y="4507800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131693"/>
                </a:moveTo>
                <a:lnTo>
                  <a:pt x="35745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4" name="Connection 86">
            <a:extLst>
              <a:ext uri="{FF2B5EF4-FFF2-40B4-BE49-F238E27FC236}">
                <a16:creationId xmlns:a16="http://schemas.microsoft.com/office/drawing/2014/main" id="{CA34A48B-7F29-4234-87F3-652072EE3C44}"/>
              </a:ext>
            </a:extLst>
          </p:cNvPr>
          <p:cNvSpPr>
            <a:spLocks noGrp="1"/>
          </p:cNvSpPr>
          <p:nvPr/>
        </p:nvSpPr>
        <p:spPr>
          <a:xfrm>
            <a:off x="8998904" y="4771207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0"/>
                </a:moveTo>
                <a:lnTo>
                  <a:pt x="357454" y="131693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5" name="Connection 87">
            <a:extLst>
              <a:ext uri="{FF2B5EF4-FFF2-40B4-BE49-F238E27FC236}">
                <a16:creationId xmlns:a16="http://schemas.microsoft.com/office/drawing/2014/main" id="{54E09116-AAE6-4035-8735-B1ECA37B298E}"/>
              </a:ext>
            </a:extLst>
          </p:cNvPr>
          <p:cNvSpPr>
            <a:spLocks noGrp="1"/>
          </p:cNvSpPr>
          <p:nvPr/>
        </p:nvSpPr>
        <p:spPr>
          <a:xfrm>
            <a:off x="9722804" y="2904307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0"/>
                </a:moveTo>
                <a:lnTo>
                  <a:pt x="357454" y="131693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6" name="Connection 88">
            <a:extLst>
              <a:ext uri="{FF2B5EF4-FFF2-40B4-BE49-F238E27FC236}">
                <a16:creationId xmlns:a16="http://schemas.microsoft.com/office/drawing/2014/main" id="{DD3BCB47-7BB0-46B8-9347-78E99B6D54C6}"/>
              </a:ext>
            </a:extLst>
          </p:cNvPr>
          <p:cNvSpPr>
            <a:spLocks noGrp="1"/>
          </p:cNvSpPr>
          <p:nvPr/>
        </p:nvSpPr>
        <p:spPr>
          <a:xfrm>
            <a:off x="9671859" y="2979713"/>
            <a:ext cx="461892" cy="510512"/>
          </a:xfrm>
          <a:custGeom>
            <a:avLst/>
            <a:gdLst/>
            <a:ahLst/>
            <a:cxnLst/>
            <a:rect l="0" t="0" r="0" b="0"/>
            <a:pathLst>
              <a:path w="461892" h="510512">
                <a:moveTo>
                  <a:pt x="0" y="0"/>
                </a:moveTo>
                <a:lnTo>
                  <a:pt x="461892" y="510512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7" name="Connection 89">
            <a:extLst>
              <a:ext uri="{FF2B5EF4-FFF2-40B4-BE49-F238E27FC236}">
                <a16:creationId xmlns:a16="http://schemas.microsoft.com/office/drawing/2014/main" id="{503C4578-A73E-420E-A4B2-CBF9406C4830}"/>
              </a:ext>
            </a:extLst>
          </p:cNvPr>
          <p:cNvSpPr>
            <a:spLocks noGrp="1"/>
          </p:cNvSpPr>
          <p:nvPr/>
        </p:nvSpPr>
        <p:spPr>
          <a:xfrm>
            <a:off x="9634936" y="3005872"/>
            <a:ext cx="537584" cy="990286"/>
          </a:xfrm>
          <a:custGeom>
            <a:avLst/>
            <a:gdLst/>
            <a:ahLst/>
            <a:cxnLst/>
            <a:rect l="0" t="0" r="0" b="0"/>
            <a:pathLst>
              <a:path w="537584" h="990286">
                <a:moveTo>
                  <a:pt x="0" y="0"/>
                </a:moveTo>
                <a:lnTo>
                  <a:pt x="537584" y="990286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8" name="Connection 90">
            <a:extLst>
              <a:ext uri="{FF2B5EF4-FFF2-40B4-BE49-F238E27FC236}">
                <a16:creationId xmlns:a16="http://schemas.microsoft.com/office/drawing/2014/main" id="{D4142476-E8DC-4093-AA71-45E7867AA598}"/>
              </a:ext>
            </a:extLst>
          </p:cNvPr>
          <p:cNvSpPr>
            <a:spLocks noGrp="1"/>
          </p:cNvSpPr>
          <p:nvPr/>
        </p:nvSpPr>
        <p:spPr>
          <a:xfrm>
            <a:off x="9612921" y="3016065"/>
            <a:ext cx="582714" cy="1502790"/>
          </a:xfrm>
          <a:custGeom>
            <a:avLst/>
            <a:gdLst/>
            <a:ahLst/>
            <a:cxnLst/>
            <a:rect l="0" t="0" r="0" b="0"/>
            <a:pathLst>
              <a:path w="582714" h="1502790">
                <a:moveTo>
                  <a:pt x="0" y="0"/>
                </a:moveTo>
                <a:lnTo>
                  <a:pt x="582714" y="150279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9" name="Connection 91">
            <a:extLst>
              <a:ext uri="{FF2B5EF4-FFF2-40B4-BE49-F238E27FC236}">
                <a16:creationId xmlns:a16="http://schemas.microsoft.com/office/drawing/2014/main" id="{02E0C18B-7D08-41DB-93E0-37EB0EF72AA6}"/>
              </a:ext>
            </a:extLst>
          </p:cNvPr>
          <p:cNvSpPr>
            <a:spLocks noGrp="1"/>
          </p:cNvSpPr>
          <p:nvPr/>
        </p:nvSpPr>
        <p:spPr>
          <a:xfrm>
            <a:off x="9722804" y="3174300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131693"/>
                </a:moveTo>
                <a:lnTo>
                  <a:pt x="35745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0" name="Connection 92">
            <a:extLst>
              <a:ext uri="{FF2B5EF4-FFF2-40B4-BE49-F238E27FC236}">
                <a16:creationId xmlns:a16="http://schemas.microsoft.com/office/drawing/2014/main" id="{BF7110B3-45EE-490E-9D64-724979C40CF4}"/>
              </a:ext>
            </a:extLst>
          </p:cNvPr>
          <p:cNvSpPr>
            <a:spLocks noGrp="1"/>
          </p:cNvSpPr>
          <p:nvPr/>
        </p:nvSpPr>
        <p:spPr>
          <a:xfrm>
            <a:off x="9722804" y="3437707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0"/>
                </a:moveTo>
                <a:lnTo>
                  <a:pt x="357454" y="131693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1" name="Connection 93">
            <a:extLst>
              <a:ext uri="{FF2B5EF4-FFF2-40B4-BE49-F238E27FC236}">
                <a16:creationId xmlns:a16="http://schemas.microsoft.com/office/drawing/2014/main" id="{40ED3630-E491-49DA-BAAD-296CC8D9FF0F}"/>
              </a:ext>
            </a:extLst>
          </p:cNvPr>
          <p:cNvSpPr>
            <a:spLocks noGrp="1"/>
          </p:cNvSpPr>
          <p:nvPr/>
        </p:nvSpPr>
        <p:spPr>
          <a:xfrm>
            <a:off x="9671859" y="3513113"/>
            <a:ext cx="461892" cy="510512"/>
          </a:xfrm>
          <a:custGeom>
            <a:avLst/>
            <a:gdLst/>
            <a:ahLst/>
            <a:cxnLst/>
            <a:rect l="0" t="0" r="0" b="0"/>
            <a:pathLst>
              <a:path w="461892" h="510512">
                <a:moveTo>
                  <a:pt x="0" y="0"/>
                </a:moveTo>
                <a:lnTo>
                  <a:pt x="461892" y="510512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2" name="Connection 94">
            <a:extLst>
              <a:ext uri="{FF2B5EF4-FFF2-40B4-BE49-F238E27FC236}">
                <a16:creationId xmlns:a16="http://schemas.microsoft.com/office/drawing/2014/main" id="{217E4686-CA9D-4ACA-9F6E-E002104DB4D5}"/>
              </a:ext>
            </a:extLst>
          </p:cNvPr>
          <p:cNvSpPr>
            <a:spLocks noGrp="1"/>
          </p:cNvSpPr>
          <p:nvPr/>
        </p:nvSpPr>
        <p:spPr>
          <a:xfrm>
            <a:off x="9634936" y="3539272"/>
            <a:ext cx="537584" cy="990286"/>
          </a:xfrm>
          <a:custGeom>
            <a:avLst/>
            <a:gdLst/>
            <a:ahLst/>
            <a:cxnLst/>
            <a:rect l="0" t="0" r="0" b="0"/>
            <a:pathLst>
              <a:path w="537584" h="990286">
                <a:moveTo>
                  <a:pt x="0" y="0"/>
                </a:moveTo>
                <a:lnTo>
                  <a:pt x="537584" y="990286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3" name="Connection 95">
            <a:extLst>
              <a:ext uri="{FF2B5EF4-FFF2-40B4-BE49-F238E27FC236}">
                <a16:creationId xmlns:a16="http://schemas.microsoft.com/office/drawing/2014/main" id="{1BA9F144-B7F1-4CBA-AF68-7A20D50DE84A}"/>
              </a:ext>
            </a:extLst>
          </p:cNvPr>
          <p:cNvSpPr>
            <a:spLocks noGrp="1"/>
          </p:cNvSpPr>
          <p:nvPr/>
        </p:nvSpPr>
        <p:spPr>
          <a:xfrm>
            <a:off x="9671859" y="3253476"/>
            <a:ext cx="461892" cy="510512"/>
          </a:xfrm>
          <a:custGeom>
            <a:avLst/>
            <a:gdLst/>
            <a:ahLst/>
            <a:cxnLst/>
            <a:rect l="0" t="0" r="0" b="0"/>
            <a:pathLst>
              <a:path w="461892" h="510512">
                <a:moveTo>
                  <a:pt x="0" y="510512"/>
                </a:moveTo>
                <a:lnTo>
                  <a:pt x="461892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4" name="Connection 96">
            <a:extLst>
              <a:ext uri="{FF2B5EF4-FFF2-40B4-BE49-F238E27FC236}">
                <a16:creationId xmlns:a16="http://schemas.microsoft.com/office/drawing/2014/main" id="{40851309-CF3C-49A3-B005-279A1093AFA2}"/>
              </a:ext>
            </a:extLst>
          </p:cNvPr>
          <p:cNvSpPr>
            <a:spLocks noGrp="1"/>
          </p:cNvSpPr>
          <p:nvPr/>
        </p:nvSpPr>
        <p:spPr>
          <a:xfrm>
            <a:off x="9722804" y="3707700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131693"/>
                </a:moveTo>
                <a:lnTo>
                  <a:pt x="35745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5" name="Connection 97">
            <a:extLst>
              <a:ext uri="{FF2B5EF4-FFF2-40B4-BE49-F238E27FC236}">
                <a16:creationId xmlns:a16="http://schemas.microsoft.com/office/drawing/2014/main" id="{6451BF26-821D-42A3-A977-BA15D0AAF8CB}"/>
              </a:ext>
            </a:extLst>
          </p:cNvPr>
          <p:cNvSpPr>
            <a:spLocks noGrp="1"/>
          </p:cNvSpPr>
          <p:nvPr/>
        </p:nvSpPr>
        <p:spPr>
          <a:xfrm>
            <a:off x="9722804" y="3971107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0"/>
                </a:moveTo>
                <a:lnTo>
                  <a:pt x="357454" y="131693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6" name="Connection 98">
            <a:extLst>
              <a:ext uri="{FF2B5EF4-FFF2-40B4-BE49-F238E27FC236}">
                <a16:creationId xmlns:a16="http://schemas.microsoft.com/office/drawing/2014/main" id="{430FDA04-AEB1-488D-8E1E-C1F4FF635187}"/>
              </a:ext>
            </a:extLst>
          </p:cNvPr>
          <p:cNvSpPr>
            <a:spLocks noGrp="1"/>
          </p:cNvSpPr>
          <p:nvPr/>
        </p:nvSpPr>
        <p:spPr>
          <a:xfrm>
            <a:off x="9671859" y="4046513"/>
            <a:ext cx="461892" cy="510512"/>
          </a:xfrm>
          <a:custGeom>
            <a:avLst/>
            <a:gdLst/>
            <a:ahLst/>
            <a:cxnLst/>
            <a:rect l="0" t="0" r="0" b="0"/>
            <a:pathLst>
              <a:path w="461892" h="510512">
                <a:moveTo>
                  <a:pt x="0" y="0"/>
                </a:moveTo>
                <a:lnTo>
                  <a:pt x="461892" y="510512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7" name="Connection 99">
            <a:extLst>
              <a:ext uri="{FF2B5EF4-FFF2-40B4-BE49-F238E27FC236}">
                <a16:creationId xmlns:a16="http://schemas.microsoft.com/office/drawing/2014/main" id="{57BB138E-CED2-4A41-BBBB-2EDD5FC8228D}"/>
              </a:ext>
            </a:extLst>
          </p:cNvPr>
          <p:cNvSpPr>
            <a:spLocks noGrp="1"/>
          </p:cNvSpPr>
          <p:nvPr/>
        </p:nvSpPr>
        <p:spPr>
          <a:xfrm>
            <a:off x="9634936" y="3280943"/>
            <a:ext cx="537584" cy="990286"/>
          </a:xfrm>
          <a:custGeom>
            <a:avLst/>
            <a:gdLst/>
            <a:ahLst/>
            <a:cxnLst/>
            <a:rect l="0" t="0" r="0" b="0"/>
            <a:pathLst>
              <a:path w="537584" h="990286">
                <a:moveTo>
                  <a:pt x="0" y="990286"/>
                </a:moveTo>
                <a:lnTo>
                  <a:pt x="53758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8" name="Connection 100">
            <a:extLst>
              <a:ext uri="{FF2B5EF4-FFF2-40B4-BE49-F238E27FC236}">
                <a16:creationId xmlns:a16="http://schemas.microsoft.com/office/drawing/2014/main" id="{9F7F5073-B0DD-4FAD-985E-E2E18C6E0359}"/>
              </a:ext>
            </a:extLst>
          </p:cNvPr>
          <p:cNvSpPr>
            <a:spLocks noGrp="1"/>
          </p:cNvSpPr>
          <p:nvPr/>
        </p:nvSpPr>
        <p:spPr>
          <a:xfrm>
            <a:off x="9671859" y="3786876"/>
            <a:ext cx="461892" cy="510512"/>
          </a:xfrm>
          <a:custGeom>
            <a:avLst/>
            <a:gdLst/>
            <a:ahLst/>
            <a:cxnLst/>
            <a:rect l="0" t="0" r="0" b="0"/>
            <a:pathLst>
              <a:path w="461892" h="510512">
                <a:moveTo>
                  <a:pt x="0" y="510512"/>
                </a:moveTo>
                <a:lnTo>
                  <a:pt x="461892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9" name="Connection 101">
            <a:extLst>
              <a:ext uri="{FF2B5EF4-FFF2-40B4-BE49-F238E27FC236}">
                <a16:creationId xmlns:a16="http://schemas.microsoft.com/office/drawing/2014/main" id="{0B33F346-E577-43FC-A5DB-50A0C867FE00}"/>
              </a:ext>
            </a:extLst>
          </p:cNvPr>
          <p:cNvSpPr>
            <a:spLocks noGrp="1"/>
          </p:cNvSpPr>
          <p:nvPr/>
        </p:nvSpPr>
        <p:spPr>
          <a:xfrm>
            <a:off x="9722804" y="4241100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131693"/>
                </a:moveTo>
                <a:lnTo>
                  <a:pt x="35745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0" name="Connection 102">
            <a:extLst>
              <a:ext uri="{FF2B5EF4-FFF2-40B4-BE49-F238E27FC236}">
                <a16:creationId xmlns:a16="http://schemas.microsoft.com/office/drawing/2014/main" id="{6D01F744-8A18-4594-983E-E208342AAC68}"/>
              </a:ext>
            </a:extLst>
          </p:cNvPr>
          <p:cNvSpPr>
            <a:spLocks noGrp="1"/>
          </p:cNvSpPr>
          <p:nvPr/>
        </p:nvSpPr>
        <p:spPr>
          <a:xfrm>
            <a:off x="9722804" y="4504507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0"/>
                </a:moveTo>
                <a:lnTo>
                  <a:pt x="357454" y="131693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1" name="Connection 103">
            <a:extLst>
              <a:ext uri="{FF2B5EF4-FFF2-40B4-BE49-F238E27FC236}">
                <a16:creationId xmlns:a16="http://schemas.microsoft.com/office/drawing/2014/main" id="{401BC3F0-DA7A-4657-A667-58DB18CB63D1}"/>
              </a:ext>
            </a:extLst>
          </p:cNvPr>
          <p:cNvSpPr>
            <a:spLocks noGrp="1"/>
          </p:cNvSpPr>
          <p:nvPr/>
        </p:nvSpPr>
        <p:spPr>
          <a:xfrm>
            <a:off x="9612921" y="3291646"/>
            <a:ext cx="582714" cy="1502790"/>
          </a:xfrm>
          <a:custGeom>
            <a:avLst/>
            <a:gdLst/>
            <a:ahLst/>
            <a:cxnLst/>
            <a:rect l="0" t="0" r="0" b="0"/>
            <a:pathLst>
              <a:path w="582714" h="1502790">
                <a:moveTo>
                  <a:pt x="0" y="1502790"/>
                </a:moveTo>
                <a:lnTo>
                  <a:pt x="58271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2" name="Connection 104">
            <a:extLst>
              <a:ext uri="{FF2B5EF4-FFF2-40B4-BE49-F238E27FC236}">
                <a16:creationId xmlns:a16="http://schemas.microsoft.com/office/drawing/2014/main" id="{C126F71C-16C0-4C20-AC32-2C1B3772D14A}"/>
              </a:ext>
            </a:extLst>
          </p:cNvPr>
          <p:cNvSpPr>
            <a:spLocks noGrp="1"/>
          </p:cNvSpPr>
          <p:nvPr/>
        </p:nvSpPr>
        <p:spPr>
          <a:xfrm>
            <a:off x="9634936" y="3814343"/>
            <a:ext cx="537584" cy="990286"/>
          </a:xfrm>
          <a:custGeom>
            <a:avLst/>
            <a:gdLst/>
            <a:ahLst/>
            <a:cxnLst/>
            <a:rect l="0" t="0" r="0" b="0"/>
            <a:pathLst>
              <a:path w="537584" h="990286">
                <a:moveTo>
                  <a:pt x="0" y="990286"/>
                </a:moveTo>
                <a:lnTo>
                  <a:pt x="53758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3" name="Connection 105">
            <a:extLst>
              <a:ext uri="{FF2B5EF4-FFF2-40B4-BE49-F238E27FC236}">
                <a16:creationId xmlns:a16="http://schemas.microsoft.com/office/drawing/2014/main" id="{B880ED37-29F6-439A-9B6D-F3F31898EBB3}"/>
              </a:ext>
            </a:extLst>
          </p:cNvPr>
          <p:cNvSpPr>
            <a:spLocks noGrp="1"/>
          </p:cNvSpPr>
          <p:nvPr/>
        </p:nvSpPr>
        <p:spPr>
          <a:xfrm>
            <a:off x="9671859" y="4320276"/>
            <a:ext cx="461892" cy="510512"/>
          </a:xfrm>
          <a:custGeom>
            <a:avLst/>
            <a:gdLst/>
            <a:ahLst/>
            <a:cxnLst/>
            <a:rect l="0" t="0" r="0" b="0"/>
            <a:pathLst>
              <a:path w="461892" h="510512">
                <a:moveTo>
                  <a:pt x="0" y="510512"/>
                </a:moveTo>
                <a:lnTo>
                  <a:pt x="461892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4" name="Connection 106">
            <a:extLst>
              <a:ext uri="{FF2B5EF4-FFF2-40B4-BE49-F238E27FC236}">
                <a16:creationId xmlns:a16="http://schemas.microsoft.com/office/drawing/2014/main" id="{5D9E593A-DC4D-4D85-8D96-70B741851F39}"/>
              </a:ext>
            </a:extLst>
          </p:cNvPr>
          <p:cNvSpPr>
            <a:spLocks noGrp="1"/>
          </p:cNvSpPr>
          <p:nvPr/>
        </p:nvSpPr>
        <p:spPr>
          <a:xfrm>
            <a:off x="9722804" y="4774500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131693"/>
                </a:moveTo>
                <a:lnTo>
                  <a:pt x="35745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5" name="Connection 107">
            <a:extLst>
              <a:ext uri="{FF2B5EF4-FFF2-40B4-BE49-F238E27FC236}">
                <a16:creationId xmlns:a16="http://schemas.microsoft.com/office/drawing/2014/main" id="{83DE31A3-931A-4EA3-A808-63DABE86B1A9}"/>
              </a:ext>
            </a:extLst>
          </p:cNvPr>
          <p:cNvSpPr>
            <a:spLocks noGrp="1"/>
          </p:cNvSpPr>
          <p:nvPr/>
        </p:nvSpPr>
        <p:spPr>
          <a:xfrm>
            <a:off x="10446704" y="2907600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131693"/>
                </a:moveTo>
                <a:lnTo>
                  <a:pt x="35745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6" name="Connection 108">
            <a:extLst>
              <a:ext uri="{FF2B5EF4-FFF2-40B4-BE49-F238E27FC236}">
                <a16:creationId xmlns:a16="http://schemas.microsoft.com/office/drawing/2014/main" id="{E7EF49DF-91E0-48EA-AE97-6143DC1E7AC3}"/>
              </a:ext>
            </a:extLst>
          </p:cNvPr>
          <p:cNvSpPr>
            <a:spLocks noGrp="1"/>
          </p:cNvSpPr>
          <p:nvPr/>
        </p:nvSpPr>
        <p:spPr>
          <a:xfrm>
            <a:off x="10446704" y="3171007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0"/>
                </a:moveTo>
                <a:lnTo>
                  <a:pt x="357454" y="131693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7" name="Connection 109">
            <a:extLst>
              <a:ext uri="{FF2B5EF4-FFF2-40B4-BE49-F238E27FC236}">
                <a16:creationId xmlns:a16="http://schemas.microsoft.com/office/drawing/2014/main" id="{A9B24369-8D39-4AD7-B1B4-DB4C440510A8}"/>
              </a:ext>
            </a:extLst>
          </p:cNvPr>
          <p:cNvSpPr>
            <a:spLocks noGrp="1"/>
          </p:cNvSpPr>
          <p:nvPr/>
        </p:nvSpPr>
        <p:spPr>
          <a:xfrm>
            <a:off x="10395759" y="3246413"/>
            <a:ext cx="461892" cy="510512"/>
          </a:xfrm>
          <a:custGeom>
            <a:avLst/>
            <a:gdLst/>
            <a:ahLst/>
            <a:cxnLst/>
            <a:rect l="0" t="0" r="0" b="0"/>
            <a:pathLst>
              <a:path w="461892" h="510512">
                <a:moveTo>
                  <a:pt x="0" y="0"/>
                </a:moveTo>
                <a:lnTo>
                  <a:pt x="461892" y="510512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8" name="Connection 110">
            <a:extLst>
              <a:ext uri="{FF2B5EF4-FFF2-40B4-BE49-F238E27FC236}">
                <a16:creationId xmlns:a16="http://schemas.microsoft.com/office/drawing/2014/main" id="{51D2B405-2FC8-49D0-B186-E8510992F673}"/>
              </a:ext>
            </a:extLst>
          </p:cNvPr>
          <p:cNvSpPr>
            <a:spLocks noGrp="1"/>
          </p:cNvSpPr>
          <p:nvPr/>
        </p:nvSpPr>
        <p:spPr>
          <a:xfrm>
            <a:off x="10358836" y="3272572"/>
            <a:ext cx="537584" cy="990286"/>
          </a:xfrm>
          <a:custGeom>
            <a:avLst/>
            <a:gdLst/>
            <a:ahLst/>
            <a:cxnLst/>
            <a:rect l="0" t="0" r="0" b="0"/>
            <a:pathLst>
              <a:path w="537584" h="990286">
                <a:moveTo>
                  <a:pt x="0" y="0"/>
                </a:moveTo>
                <a:lnTo>
                  <a:pt x="537584" y="990286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9" name="Connection 111">
            <a:extLst>
              <a:ext uri="{FF2B5EF4-FFF2-40B4-BE49-F238E27FC236}">
                <a16:creationId xmlns:a16="http://schemas.microsoft.com/office/drawing/2014/main" id="{70287511-3D4C-4018-BA4B-CDB1BCF6E9D5}"/>
              </a:ext>
            </a:extLst>
          </p:cNvPr>
          <p:cNvSpPr>
            <a:spLocks noGrp="1"/>
          </p:cNvSpPr>
          <p:nvPr/>
        </p:nvSpPr>
        <p:spPr>
          <a:xfrm>
            <a:off x="10336821" y="3282765"/>
            <a:ext cx="582714" cy="1502790"/>
          </a:xfrm>
          <a:custGeom>
            <a:avLst/>
            <a:gdLst/>
            <a:ahLst/>
            <a:cxnLst/>
            <a:rect l="0" t="0" r="0" b="0"/>
            <a:pathLst>
              <a:path w="582714" h="1502790">
                <a:moveTo>
                  <a:pt x="0" y="0"/>
                </a:moveTo>
                <a:lnTo>
                  <a:pt x="582714" y="150279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0" name="Connection 112">
            <a:extLst>
              <a:ext uri="{FF2B5EF4-FFF2-40B4-BE49-F238E27FC236}">
                <a16:creationId xmlns:a16="http://schemas.microsoft.com/office/drawing/2014/main" id="{A5665EFA-D1BA-492C-82BD-D349438E6264}"/>
              </a:ext>
            </a:extLst>
          </p:cNvPr>
          <p:cNvSpPr>
            <a:spLocks noGrp="1"/>
          </p:cNvSpPr>
          <p:nvPr/>
        </p:nvSpPr>
        <p:spPr>
          <a:xfrm>
            <a:off x="10395759" y="2986776"/>
            <a:ext cx="461892" cy="510512"/>
          </a:xfrm>
          <a:custGeom>
            <a:avLst/>
            <a:gdLst/>
            <a:ahLst/>
            <a:cxnLst/>
            <a:rect l="0" t="0" r="0" b="0"/>
            <a:pathLst>
              <a:path w="461892" h="510512">
                <a:moveTo>
                  <a:pt x="0" y="510512"/>
                </a:moveTo>
                <a:lnTo>
                  <a:pt x="461892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1" name="Connection 113">
            <a:extLst>
              <a:ext uri="{FF2B5EF4-FFF2-40B4-BE49-F238E27FC236}">
                <a16:creationId xmlns:a16="http://schemas.microsoft.com/office/drawing/2014/main" id="{350653BA-2E97-43A8-B561-2770E704411A}"/>
              </a:ext>
            </a:extLst>
          </p:cNvPr>
          <p:cNvSpPr>
            <a:spLocks noGrp="1"/>
          </p:cNvSpPr>
          <p:nvPr/>
        </p:nvSpPr>
        <p:spPr>
          <a:xfrm>
            <a:off x="10446704" y="3441000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131693"/>
                </a:moveTo>
                <a:lnTo>
                  <a:pt x="35745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2" name="Connection 114">
            <a:extLst>
              <a:ext uri="{FF2B5EF4-FFF2-40B4-BE49-F238E27FC236}">
                <a16:creationId xmlns:a16="http://schemas.microsoft.com/office/drawing/2014/main" id="{42DCE23B-2968-41BD-851E-CA16E7DF70E3}"/>
              </a:ext>
            </a:extLst>
          </p:cNvPr>
          <p:cNvSpPr>
            <a:spLocks noGrp="1"/>
          </p:cNvSpPr>
          <p:nvPr/>
        </p:nvSpPr>
        <p:spPr>
          <a:xfrm>
            <a:off x="10446704" y="3704407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0"/>
                </a:moveTo>
                <a:lnTo>
                  <a:pt x="357454" y="131693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3" name="Connection 115">
            <a:extLst>
              <a:ext uri="{FF2B5EF4-FFF2-40B4-BE49-F238E27FC236}">
                <a16:creationId xmlns:a16="http://schemas.microsoft.com/office/drawing/2014/main" id="{4A0F5048-8909-4DF0-BA52-0360734C9A31}"/>
              </a:ext>
            </a:extLst>
          </p:cNvPr>
          <p:cNvSpPr>
            <a:spLocks noGrp="1"/>
          </p:cNvSpPr>
          <p:nvPr/>
        </p:nvSpPr>
        <p:spPr>
          <a:xfrm>
            <a:off x="10395759" y="3779813"/>
            <a:ext cx="461892" cy="510512"/>
          </a:xfrm>
          <a:custGeom>
            <a:avLst/>
            <a:gdLst/>
            <a:ahLst/>
            <a:cxnLst/>
            <a:rect l="0" t="0" r="0" b="0"/>
            <a:pathLst>
              <a:path w="461892" h="510512">
                <a:moveTo>
                  <a:pt x="0" y="0"/>
                </a:moveTo>
                <a:lnTo>
                  <a:pt x="461892" y="510512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4" name="Connection 116">
            <a:extLst>
              <a:ext uri="{FF2B5EF4-FFF2-40B4-BE49-F238E27FC236}">
                <a16:creationId xmlns:a16="http://schemas.microsoft.com/office/drawing/2014/main" id="{2A48DB8D-E3D7-4295-BAAB-F26E46080312}"/>
              </a:ext>
            </a:extLst>
          </p:cNvPr>
          <p:cNvSpPr>
            <a:spLocks noGrp="1"/>
          </p:cNvSpPr>
          <p:nvPr/>
        </p:nvSpPr>
        <p:spPr>
          <a:xfrm>
            <a:off x="10358836" y="3805972"/>
            <a:ext cx="537584" cy="990286"/>
          </a:xfrm>
          <a:custGeom>
            <a:avLst/>
            <a:gdLst/>
            <a:ahLst/>
            <a:cxnLst/>
            <a:rect l="0" t="0" r="0" b="0"/>
            <a:pathLst>
              <a:path w="537584" h="990286">
                <a:moveTo>
                  <a:pt x="0" y="0"/>
                </a:moveTo>
                <a:lnTo>
                  <a:pt x="537584" y="990286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5" name="Connection 117">
            <a:extLst>
              <a:ext uri="{FF2B5EF4-FFF2-40B4-BE49-F238E27FC236}">
                <a16:creationId xmlns:a16="http://schemas.microsoft.com/office/drawing/2014/main" id="{DFFB0295-F6C2-4800-8EC8-41C5B4F411C0}"/>
              </a:ext>
            </a:extLst>
          </p:cNvPr>
          <p:cNvSpPr>
            <a:spLocks noGrp="1"/>
          </p:cNvSpPr>
          <p:nvPr/>
        </p:nvSpPr>
        <p:spPr>
          <a:xfrm>
            <a:off x="10358836" y="3014243"/>
            <a:ext cx="537584" cy="990286"/>
          </a:xfrm>
          <a:custGeom>
            <a:avLst/>
            <a:gdLst/>
            <a:ahLst/>
            <a:cxnLst/>
            <a:rect l="0" t="0" r="0" b="0"/>
            <a:pathLst>
              <a:path w="537584" h="990286">
                <a:moveTo>
                  <a:pt x="0" y="990286"/>
                </a:moveTo>
                <a:lnTo>
                  <a:pt x="53758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6" name="Connection 118">
            <a:extLst>
              <a:ext uri="{FF2B5EF4-FFF2-40B4-BE49-F238E27FC236}">
                <a16:creationId xmlns:a16="http://schemas.microsoft.com/office/drawing/2014/main" id="{BBF6993B-B264-42CC-AC89-34A610E63B21}"/>
              </a:ext>
            </a:extLst>
          </p:cNvPr>
          <p:cNvSpPr>
            <a:spLocks noGrp="1"/>
          </p:cNvSpPr>
          <p:nvPr/>
        </p:nvSpPr>
        <p:spPr>
          <a:xfrm>
            <a:off x="10395759" y="3520176"/>
            <a:ext cx="461892" cy="510512"/>
          </a:xfrm>
          <a:custGeom>
            <a:avLst/>
            <a:gdLst/>
            <a:ahLst/>
            <a:cxnLst/>
            <a:rect l="0" t="0" r="0" b="0"/>
            <a:pathLst>
              <a:path w="461892" h="510512">
                <a:moveTo>
                  <a:pt x="0" y="510512"/>
                </a:moveTo>
                <a:lnTo>
                  <a:pt x="461892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7" name="Connection 119">
            <a:extLst>
              <a:ext uri="{FF2B5EF4-FFF2-40B4-BE49-F238E27FC236}">
                <a16:creationId xmlns:a16="http://schemas.microsoft.com/office/drawing/2014/main" id="{2C8727B4-3B34-416C-8D97-FAD635226D66}"/>
              </a:ext>
            </a:extLst>
          </p:cNvPr>
          <p:cNvSpPr>
            <a:spLocks noGrp="1"/>
          </p:cNvSpPr>
          <p:nvPr/>
        </p:nvSpPr>
        <p:spPr>
          <a:xfrm>
            <a:off x="10446704" y="3974400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131693"/>
                </a:moveTo>
                <a:lnTo>
                  <a:pt x="35745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8" name="Connection 120">
            <a:extLst>
              <a:ext uri="{FF2B5EF4-FFF2-40B4-BE49-F238E27FC236}">
                <a16:creationId xmlns:a16="http://schemas.microsoft.com/office/drawing/2014/main" id="{FC5C65DC-1565-4B1A-933D-D0F0A875E4F0}"/>
              </a:ext>
            </a:extLst>
          </p:cNvPr>
          <p:cNvSpPr>
            <a:spLocks noGrp="1"/>
          </p:cNvSpPr>
          <p:nvPr/>
        </p:nvSpPr>
        <p:spPr>
          <a:xfrm>
            <a:off x="10446704" y="4237807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0"/>
                </a:moveTo>
                <a:lnTo>
                  <a:pt x="357454" y="131693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9" name="Connection 121">
            <a:extLst>
              <a:ext uri="{FF2B5EF4-FFF2-40B4-BE49-F238E27FC236}">
                <a16:creationId xmlns:a16="http://schemas.microsoft.com/office/drawing/2014/main" id="{07E02748-DE80-4B13-B590-70497023A5E0}"/>
              </a:ext>
            </a:extLst>
          </p:cNvPr>
          <p:cNvSpPr>
            <a:spLocks noGrp="1"/>
          </p:cNvSpPr>
          <p:nvPr/>
        </p:nvSpPr>
        <p:spPr>
          <a:xfrm>
            <a:off x="10395759" y="4313213"/>
            <a:ext cx="461892" cy="510512"/>
          </a:xfrm>
          <a:custGeom>
            <a:avLst/>
            <a:gdLst/>
            <a:ahLst/>
            <a:cxnLst/>
            <a:rect l="0" t="0" r="0" b="0"/>
            <a:pathLst>
              <a:path w="461892" h="510512">
                <a:moveTo>
                  <a:pt x="0" y="0"/>
                </a:moveTo>
                <a:lnTo>
                  <a:pt x="461892" y="510512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0" name="Connection 122">
            <a:extLst>
              <a:ext uri="{FF2B5EF4-FFF2-40B4-BE49-F238E27FC236}">
                <a16:creationId xmlns:a16="http://schemas.microsoft.com/office/drawing/2014/main" id="{D18F2900-98D7-4F2E-9BB5-AC08B7861489}"/>
              </a:ext>
            </a:extLst>
          </p:cNvPr>
          <p:cNvSpPr>
            <a:spLocks noGrp="1"/>
          </p:cNvSpPr>
          <p:nvPr/>
        </p:nvSpPr>
        <p:spPr>
          <a:xfrm>
            <a:off x="10336821" y="3024946"/>
            <a:ext cx="582714" cy="1502790"/>
          </a:xfrm>
          <a:custGeom>
            <a:avLst/>
            <a:gdLst/>
            <a:ahLst/>
            <a:cxnLst/>
            <a:rect l="0" t="0" r="0" b="0"/>
            <a:pathLst>
              <a:path w="582714" h="1502790">
                <a:moveTo>
                  <a:pt x="0" y="1502790"/>
                </a:moveTo>
                <a:lnTo>
                  <a:pt x="58271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1" name="Connection 123">
            <a:extLst>
              <a:ext uri="{FF2B5EF4-FFF2-40B4-BE49-F238E27FC236}">
                <a16:creationId xmlns:a16="http://schemas.microsoft.com/office/drawing/2014/main" id="{E54D5808-73E6-4D55-9CB6-653EDEAB5BFD}"/>
              </a:ext>
            </a:extLst>
          </p:cNvPr>
          <p:cNvSpPr>
            <a:spLocks noGrp="1"/>
          </p:cNvSpPr>
          <p:nvPr/>
        </p:nvSpPr>
        <p:spPr>
          <a:xfrm>
            <a:off x="10358836" y="3547643"/>
            <a:ext cx="537584" cy="990286"/>
          </a:xfrm>
          <a:custGeom>
            <a:avLst/>
            <a:gdLst/>
            <a:ahLst/>
            <a:cxnLst/>
            <a:rect l="0" t="0" r="0" b="0"/>
            <a:pathLst>
              <a:path w="537584" h="990286">
                <a:moveTo>
                  <a:pt x="0" y="990286"/>
                </a:moveTo>
                <a:lnTo>
                  <a:pt x="53758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2" name="Connection 124">
            <a:extLst>
              <a:ext uri="{FF2B5EF4-FFF2-40B4-BE49-F238E27FC236}">
                <a16:creationId xmlns:a16="http://schemas.microsoft.com/office/drawing/2014/main" id="{391648C8-C667-45C2-BB01-6720539525A5}"/>
              </a:ext>
            </a:extLst>
          </p:cNvPr>
          <p:cNvSpPr>
            <a:spLocks noGrp="1"/>
          </p:cNvSpPr>
          <p:nvPr/>
        </p:nvSpPr>
        <p:spPr>
          <a:xfrm>
            <a:off x="10395759" y="4053576"/>
            <a:ext cx="461892" cy="510512"/>
          </a:xfrm>
          <a:custGeom>
            <a:avLst/>
            <a:gdLst/>
            <a:ahLst/>
            <a:cxnLst/>
            <a:rect l="0" t="0" r="0" b="0"/>
            <a:pathLst>
              <a:path w="461892" h="510512">
                <a:moveTo>
                  <a:pt x="0" y="510512"/>
                </a:moveTo>
                <a:lnTo>
                  <a:pt x="461892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3" name="Connection 125">
            <a:extLst>
              <a:ext uri="{FF2B5EF4-FFF2-40B4-BE49-F238E27FC236}">
                <a16:creationId xmlns:a16="http://schemas.microsoft.com/office/drawing/2014/main" id="{2E07B899-0163-442F-A835-8A540815DCC3}"/>
              </a:ext>
            </a:extLst>
          </p:cNvPr>
          <p:cNvSpPr>
            <a:spLocks noGrp="1"/>
          </p:cNvSpPr>
          <p:nvPr/>
        </p:nvSpPr>
        <p:spPr>
          <a:xfrm>
            <a:off x="10446704" y="4507800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131693"/>
                </a:moveTo>
                <a:lnTo>
                  <a:pt x="357454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4" name="Connection 126">
            <a:extLst>
              <a:ext uri="{FF2B5EF4-FFF2-40B4-BE49-F238E27FC236}">
                <a16:creationId xmlns:a16="http://schemas.microsoft.com/office/drawing/2014/main" id="{5FDE424B-5A10-482F-9FFA-55050C4283B7}"/>
              </a:ext>
            </a:extLst>
          </p:cNvPr>
          <p:cNvSpPr>
            <a:spLocks noGrp="1"/>
          </p:cNvSpPr>
          <p:nvPr/>
        </p:nvSpPr>
        <p:spPr>
          <a:xfrm>
            <a:off x="10446704" y="4771207"/>
            <a:ext cx="357454" cy="131693"/>
          </a:xfrm>
          <a:custGeom>
            <a:avLst/>
            <a:gdLst/>
            <a:ahLst/>
            <a:cxnLst/>
            <a:rect l="0" t="0" r="0" b="0"/>
            <a:pathLst>
              <a:path w="357454" h="131693">
                <a:moveTo>
                  <a:pt x="0" y="0"/>
                </a:moveTo>
                <a:lnTo>
                  <a:pt x="357454" y="131693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5" name="Connection 127">
            <a:extLst>
              <a:ext uri="{FF2B5EF4-FFF2-40B4-BE49-F238E27FC236}">
                <a16:creationId xmlns:a16="http://schemas.microsoft.com/office/drawing/2014/main" id="{F0C35624-AC07-41F5-919B-07F4DFED8EE0}"/>
              </a:ext>
            </a:extLst>
          </p:cNvPr>
          <p:cNvSpPr>
            <a:spLocks noGrp="1"/>
          </p:cNvSpPr>
          <p:nvPr/>
        </p:nvSpPr>
        <p:spPr>
          <a:xfrm>
            <a:off x="11145213" y="2951454"/>
            <a:ext cx="409506" cy="301741"/>
          </a:xfrm>
          <a:custGeom>
            <a:avLst/>
            <a:gdLst/>
            <a:ahLst/>
            <a:cxnLst/>
            <a:rect l="0" t="0" r="0" b="0"/>
            <a:pathLst>
              <a:path w="409506" h="301741">
                <a:moveTo>
                  <a:pt x="0" y="0"/>
                </a:moveTo>
                <a:lnTo>
                  <a:pt x="409506" y="301741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6" name="Connection 128">
            <a:extLst>
              <a:ext uri="{FF2B5EF4-FFF2-40B4-BE49-F238E27FC236}">
                <a16:creationId xmlns:a16="http://schemas.microsoft.com/office/drawing/2014/main" id="{46E40E63-F634-420F-80DE-55E845369EE6}"/>
              </a:ext>
            </a:extLst>
          </p:cNvPr>
          <p:cNvSpPr>
            <a:spLocks noGrp="1"/>
          </p:cNvSpPr>
          <p:nvPr/>
        </p:nvSpPr>
        <p:spPr>
          <a:xfrm>
            <a:off x="11098816" y="2996084"/>
            <a:ext cx="504620" cy="743650"/>
          </a:xfrm>
          <a:custGeom>
            <a:avLst/>
            <a:gdLst/>
            <a:ahLst/>
            <a:cxnLst/>
            <a:rect l="0" t="0" r="0" b="0"/>
            <a:pathLst>
              <a:path w="504620" h="743650">
                <a:moveTo>
                  <a:pt x="0" y="0"/>
                </a:moveTo>
                <a:lnTo>
                  <a:pt x="504620" y="74365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7" name="Connection 129">
            <a:extLst>
              <a:ext uri="{FF2B5EF4-FFF2-40B4-BE49-F238E27FC236}">
                <a16:creationId xmlns:a16="http://schemas.microsoft.com/office/drawing/2014/main" id="{2742E2CB-2184-42A2-83CD-DD5C2D88B59F}"/>
              </a:ext>
            </a:extLst>
          </p:cNvPr>
          <p:cNvSpPr>
            <a:spLocks noGrp="1"/>
          </p:cNvSpPr>
          <p:nvPr/>
        </p:nvSpPr>
        <p:spPr>
          <a:xfrm>
            <a:off x="11070368" y="3012016"/>
            <a:ext cx="562938" cy="1244390"/>
          </a:xfrm>
          <a:custGeom>
            <a:avLst/>
            <a:gdLst/>
            <a:ahLst/>
            <a:cxnLst/>
            <a:rect l="0" t="0" r="0" b="0"/>
            <a:pathLst>
              <a:path w="562938" h="1244390">
                <a:moveTo>
                  <a:pt x="0" y="0"/>
                </a:moveTo>
                <a:lnTo>
                  <a:pt x="562938" y="124439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8" name="Connection 130">
            <a:extLst>
              <a:ext uri="{FF2B5EF4-FFF2-40B4-BE49-F238E27FC236}">
                <a16:creationId xmlns:a16="http://schemas.microsoft.com/office/drawing/2014/main" id="{71430D26-F3B3-4370-AB25-021BC62940E9}"/>
              </a:ext>
            </a:extLst>
          </p:cNvPr>
          <p:cNvSpPr>
            <a:spLocks noGrp="1"/>
          </p:cNvSpPr>
          <p:nvPr/>
        </p:nvSpPr>
        <p:spPr>
          <a:xfrm>
            <a:off x="11182350" y="3371850"/>
            <a:ext cx="333375" cy="953"/>
          </a:xfrm>
          <a:custGeom>
            <a:avLst/>
            <a:gdLst/>
            <a:ahLst/>
            <a:cxnLst/>
            <a:rect l="0" t="0" r="0" b="0"/>
            <a:pathLst>
              <a:path w="333375" h="953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9" name="Connection 131">
            <a:extLst>
              <a:ext uri="{FF2B5EF4-FFF2-40B4-BE49-F238E27FC236}">
                <a16:creationId xmlns:a16="http://schemas.microsoft.com/office/drawing/2014/main" id="{99141D8D-A67D-4BD1-B8AD-783B95A230DC}"/>
              </a:ext>
            </a:extLst>
          </p:cNvPr>
          <p:cNvSpPr>
            <a:spLocks noGrp="1"/>
          </p:cNvSpPr>
          <p:nvPr/>
        </p:nvSpPr>
        <p:spPr>
          <a:xfrm>
            <a:off x="11145213" y="3484854"/>
            <a:ext cx="409506" cy="301741"/>
          </a:xfrm>
          <a:custGeom>
            <a:avLst/>
            <a:gdLst/>
            <a:ahLst/>
            <a:cxnLst/>
            <a:rect l="0" t="0" r="0" b="0"/>
            <a:pathLst>
              <a:path w="409506" h="301741">
                <a:moveTo>
                  <a:pt x="0" y="0"/>
                </a:moveTo>
                <a:lnTo>
                  <a:pt x="409506" y="301741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0" name="Connection 132">
            <a:extLst>
              <a:ext uri="{FF2B5EF4-FFF2-40B4-BE49-F238E27FC236}">
                <a16:creationId xmlns:a16="http://schemas.microsoft.com/office/drawing/2014/main" id="{F6379B79-ACF3-4F1E-8D9D-77ADB3AFBFD1}"/>
              </a:ext>
            </a:extLst>
          </p:cNvPr>
          <p:cNvSpPr>
            <a:spLocks noGrp="1"/>
          </p:cNvSpPr>
          <p:nvPr/>
        </p:nvSpPr>
        <p:spPr>
          <a:xfrm>
            <a:off x="11098816" y="3529484"/>
            <a:ext cx="504620" cy="743650"/>
          </a:xfrm>
          <a:custGeom>
            <a:avLst/>
            <a:gdLst/>
            <a:ahLst/>
            <a:cxnLst/>
            <a:rect l="0" t="0" r="0" b="0"/>
            <a:pathLst>
              <a:path w="504620" h="743650">
                <a:moveTo>
                  <a:pt x="0" y="0"/>
                </a:moveTo>
                <a:lnTo>
                  <a:pt x="504620" y="74365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1" name="Connection 133">
            <a:extLst>
              <a:ext uri="{FF2B5EF4-FFF2-40B4-BE49-F238E27FC236}">
                <a16:creationId xmlns:a16="http://schemas.microsoft.com/office/drawing/2014/main" id="{F643E12D-2EA4-4FAC-A981-F680292D8445}"/>
              </a:ext>
            </a:extLst>
          </p:cNvPr>
          <p:cNvSpPr>
            <a:spLocks noGrp="1"/>
          </p:cNvSpPr>
          <p:nvPr/>
        </p:nvSpPr>
        <p:spPr>
          <a:xfrm>
            <a:off x="11145213" y="3490505"/>
            <a:ext cx="409506" cy="301741"/>
          </a:xfrm>
          <a:custGeom>
            <a:avLst/>
            <a:gdLst/>
            <a:ahLst/>
            <a:cxnLst/>
            <a:rect l="0" t="0" r="0" b="0"/>
            <a:pathLst>
              <a:path w="409506" h="301741">
                <a:moveTo>
                  <a:pt x="0" y="301741"/>
                </a:moveTo>
                <a:lnTo>
                  <a:pt x="409506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2" name="Connection 134">
            <a:extLst>
              <a:ext uri="{FF2B5EF4-FFF2-40B4-BE49-F238E27FC236}">
                <a16:creationId xmlns:a16="http://schemas.microsoft.com/office/drawing/2014/main" id="{DCB6103E-61EF-4FD1-BB6B-BAA2A5A80FF5}"/>
              </a:ext>
            </a:extLst>
          </p:cNvPr>
          <p:cNvSpPr>
            <a:spLocks noGrp="1"/>
          </p:cNvSpPr>
          <p:nvPr/>
        </p:nvSpPr>
        <p:spPr>
          <a:xfrm>
            <a:off x="11182350" y="3905250"/>
            <a:ext cx="333375" cy="953"/>
          </a:xfrm>
          <a:custGeom>
            <a:avLst/>
            <a:gdLst/>
            <a:ahLst/>
            <a:cxnLst/>
            <a:rect l="0" t="0" r="0" b="0"/>
            <a:pathLst>
              <a:path w="333375" h="953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3" name="Connection 135">
            <a:extLst>
              <a:ext uri="{FF2B5EF4-FFF2-40B4-BE49-F238E27FC236}">
                <a16:creationId xmlns:a16="http://schemas.microsoft.com/office/drawing/2014/main" id="{2CB73FA5-74D3-4A22-BCAA-B3B783E9236C}"/>
              </a:ext>
            </a:extLst>
          </p:cNvPr>
          <p:cNvSpPr>
            <a:spLocks noGrp="1"/>
          </p:cNvSpPr>
          <p:nvPr/>
        </p:nvSpPr>
        <p:spPr>
          <a:xfrm>
            <a:off x="11145213" y="4018254"/>
            <a:ext cx="409506" cy="301741"/>
          </a:xfrm>
          <a:custGeom>
            <a:avLst/>
            <a:gdLst/>
            <a:ahLst/>
            <a:cxnLst/>
            <a:rect l="0" t="0" r="0" b="0"/>
            <a:pathLst>
              <a:path w="409506" h="301741">
                <a:moveTo>
                  <a:pt x="0" y="0"/>
                </a:moveTo>
                <a:lnTo>
                  <a:pt x="409506" y="301741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4" name="Connection 136">
            <a:extLst>
              <a:ext uri="{FF2B5EF4-FFF2-40B4-BE49-F238E27FC236}">
                <a16:creationId xmlns:a16="http://schemas.microsoft.com/office/drawing/2014/main" id="{BF93C194-1253-414C-AF14-EFE7E47B07F2}"/>
              </a:ext>
            </a:extLst>
          </p:cNvPr>
          <p:cNvSpPr>
            <a:spLocks noGrp="1"/>
          </p:cNvSpPr>
          <p:nvPr/>
        </p:nvSpPr>
        <p:spPr>
          <a:xfrm>
            <a:off x="11098816" y="3537366"/>
            <a:ext cx="504620" cy="743650"/>
          </a:xfrm>
          <a:custGeom>
            <a:avLst/>
            <a:gdLst/>
            <a:ahLst/>
            <a:cxnLst/>
            <a:rect l="0" t="0" r="0" b="0"/>
            <a:pathLst>
              <a:path w="504620" h="743650">
                <a:moveTo>
                  <a:pt x="0" y="743650"/>
                </a:moveTo>
                <a:lnTo>
                  <a:pt x="504620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5" name="Connection 137">
            <a:extLst>
              <a:ext uri="{FF2B5EF4-FFF2-40B4-BE49-F238E27FC236}">
                <a16:creationId xmlns:a16="http://schemas.microsoft.com/office/drawing/2014/main" id="{B30690F5-624B-40BB-B21E-BEED02197AE5}"/>
              </a:ext>
            </a:extLst>
          </p:cNvPr>
          <p:cNvSpPr>
            <a:spLocks noGrp="1"/>
          </p:cNvSpPr>
          <p:nvPr/>
        </p:nvSpPr>
        <p:spPr>
          <a:xfrm>
            <a:off x="11145213" y="4023905"/>
            <a:ext cx="409506" cy="301741"/>
          </a:xfrm>
          <a:custGeom>
            <a:avLst/>
            <a:gdLst/>
            <a:ahLst/>
            <a:cxnLst/>
            <a:rect l="0" t="0" r="0" b="0"/>
            <a:pathLst>
              <a:path w="409506" h="301741">
                <a:moveTo>
                  <a:pt x="0" y="301741"/>
                </a:moveTo>
                <a:lnTo>
                  <a:pt x="409506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6" name="Connection 138">
            <a:extLst>
              <a:ext uri="{FF2B5EF4-FFF2-40B4-BE49-F238E27FC236}">
                <a16:creationId xmlns:a16="http://schemas.microsoft.com/office/drawing/2014/main" id="{30752E75-9429-4052-A920-CD5A5039F237}"/>
              </a:ext>
            </a:extLst>
          </p:cNvPr>
          <p:cNvSpPr>
            <a:spLocks noGrp="1"/>
          </p:cNvSpPr>
          <p:nvPr/>
        </p:nvSpPr>
        <p:spPr>
          <a:xfrm>
            <a:off x="11182350" y="4438650"/>
            <a:ext cx="333375" cy="953"/>
          </a:xfrm>
          <a:custGeom>
            <a:avLst/>
            <a:gdLst/>
            <a:ahLst/>
            <a:cxnLst/>
            <a:rect l="0" t="0" r="0" b="0"/>
            <a:pathLst>
              <a:path w="333375" h="953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7" name="Connection 139">
            <a:extLst>
              <a:ext uri="{FF2B5EF4-FFF2-40B4-BE49-F238E27FC236}">
                <a16:creationId xmlns:a16="http://schemas.microsoft.com/office/drawing/2014/main" id="{70DC6E12-B86B-4DE9-96B5-50202953CCF2}"/>
              </a:ext>
            </a:extLst>
          </p:cNvPr>
          <p:cNvSpPr>
            <a:spLocks noGrp="1"/>
          </p:cNvSpPr>
          <p:nvPr/>
        </p:nvSpPr>
        <p:spPr>
          <a:xfrm>
            <a:off x="11070368" y="3554094"/>
            <a:ext cx="562938" cy="1244390"/>
          </a:xfrm>
          <a:custGeom>
            <a:avLst/>
            <a:gdLst/>
            <a:ahLst/>
            <a:cxnLst/>
            <a:rect l="0" t="0" r="0" b="0"/>
            <a:pathLst>
              <a:path w="562938" h="1244390">
                <a:moveTo>
                  <a:pt x="0" y="1244390"/>
                </a:moveTo>
                <a:lnTo>
                  <a:pt x="562938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8" name="Connection 140">
            <a:extLst>
              <a:ext uri="{FF2B5EF4-FFF2-40B4-BE49-F238E27FC236}">
                <a16:creationId xmlns:a16="http://schemas.microsoft.com/office/drawing/2014/main" id="{39926201-A618-4D82-9A3C-B75F5572700A}"/>
              </a:ext>
            </a:extLst>
          </p:cNvPr>
          <p:cNvSpPr>
            <a:spLocks noGrp="1"/>
          </p:cNvSpPr>
          <p:nvPr/>
        </p:nvSpPr>
        <p:spPr>
          <a:xfrm>
            <a:off x="11098816" y="4070766"/>
            <a:ext cx="504620" cy="743650"/>
          </a:xfrm>
          <a:custGeom>
            <a:avLst/>
            <a:gdLst/>
            <a:ahLst/>
            <a:cxnLst/>
            <a:rect l="0" t="0" r="0" b="0"/>
            <a:pathLst>
              <a:path w="504620" h="743650">
                <a:moveTo>
                  <a:pt x="0" y="743650"/>
                </a:moveTo>
                <a:lnTo>
                  <a:pt x="504620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9" name="Connection 141">
            <a:extLst>
              <a:ext uri="{FF2B5EF4-FFF2-40B4-BE49-F238E27FC236}">
                <a16:creationId xmlns:a16="http://schemas.microsoft.com/office/drawing/2014/main" id="{4F90CF3B-E695-43C9-B5B6-984FDE559808}"/>
              </a:ext>
            </a:extLst>
          </p:cNvPr>
          <p:cNvSpPr>
            <a:spLocks noGrp="1"/>
          </p:cNvSpPr>
          <p:nvPr/>
        </p:nvSpPr>
        <p:spPr>
          <a:xfrm>
            <a:off x="11145213" y="4557305"/>
            <a:ext cx="409506" cy="301741"/>
          </a:xfrm>
          <a:custGeom>
            <a:avLst/>
            <a:gdLst/>
            <a:ahLst/>
            <a:cxnLst/>
            <a:rect l="0" t="0" r="0" b="0"/>
            <a:pathLst>
              <a:path w="409506" h="301741">
                <a:moveTo>
                  <a:pt x="0" y="301741"/>
                </a:moveTo>
                <a:lnTo>
                  <a:pt x="409506" y="0"/>
                </a:lnTo>
              </a:path>
            </a:pathLst>
          </a:custGeom>
          <a:noFill/>
          <a:ln w="10001">
            <a:solidFill>
              <a:srgbClr val="AAB5B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0" name="Graph neuron 18">
            <a:extLst>
              <a:ext uri="{FF2B5EF4-FFF2-40B4-BE49-F238E27FC236}">
                <a16:creationId xmlns:a16="http://schemas.microsoft.com/office/drawing/2014/main" id="{9CBF1457-5613-47AE-BEDF-93BD3BE8CDA1}"/>
              </a:ext>
            </a:extLst>
          </p:cNvPr>
          <p:cNvSpPr>
            <a:spLocks noGrp="1"/>
          </p:cNvSpPr>
          <p:nvPr/>
        </p:nvSpPr>
        <p:spPr>
          <a:xfrm>
            <a:off x="8648700" y="2933700"/>
            <a:ext cx="342900" cy="342900"/>
          </a:xfrm>
          <a:prstGeom prst="ellipse">
            <a:avLst/>
          </a:prstGeom>
          <a:solidFill>
            <a:srgbClr val="C09583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1" name="Graph neuron 19">
            <a:extLst>
              <a:ext uri="{FF2B5EF4-FFF2-40B4-BE49-F238E27FC236}">
                <a16:creationId xmlns:a16="http://schemas.microsoft.com/office/drawing/2014/main" id="{55FE3AE3-5772-4A96-B519-3190CBFCAB88}"/>
              </a:ext>
            </a:extLst>
          </p:cNvPr>
          <p:cNvSpPr>
            <a:spLocks noGrp="1"/>
          </p:cNvSpPr>
          <p:nvPr/>
        </p:nvSpPr>
        <p:spPr>
          <a:xfrm>
            <a:off x="8648700" y="3467100"/>
            <a:ext cx="342900" cy="342900"/>
          </a:xfrm>
          <a:prstGeom prst="ellipse">
            <a:avLst/>
          </a:prstGeom>
          <a:solidFill>
            <a:srgbClr val="C09583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2" name="Graph neuron 20">
            <a:extLst>
              <a:ext uri="{FF2B5EF4-FFF2-40B4-BE49-F238E27FC236}">
                <a16:creationId xmlns:a16="http://schemas.microsoft.com/office/drawing/2014/main" id="{BDFA778E-4424-4865-9E36-CD02AF5C0C62}"/>
              </a:ext>
            </a:extLst>
          </p:cNvPr>
          <p:cNvSpPr>
            <a:spLocks noGrp="1"/>
          </p:cNvSpPr>
          <p:nvPr/>
        </p:nvSpPr>
        <p:spPr>
          <a:xfrm>
            <a:off x="8648700" y="4000500"/>
            <a:ext cx="342900" cy="342900"/>
          </a:xfrm>
          <a:prstGeom prst="ellipse">
            <a:avLst/>
          </a:prstGeom>
          <a:solidFill>
            <a:srgbClr val="C09583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3" name="Graph neuron 21">
            <a:extLst>
              <a:ext uri="{FF2B5EF4-FFF2-40B4-BE49-F238E27FC236}">
                <a16:creationId xmlns:a16="http://schemas.microsoft.com/office/drawing/2014/main" id="{0C896972-14CE-496E-8F9A-1D6912CCC0D4}"/>
              </a:ext>
            </a:extLst>
          </p:cNvPr>
          <p:cNvSpPr>
            <a:spLocks noGrp="1"/>
          </p:cNvSpPr>
          <p:nvPr/>
        </p:nvSpPr>
        <p:spPr>
          <a:xfrm>
            <a:off x="8648700" y="4533900"/>
            <a:ext cx="342900" cy="342900"/>
          </a:xfrm>
          <a:prstGeom prst="ellipse">
            <a:avLst/>
          </a:prstGeom>
          <a:solidFill>
            <a:srgbClr val="C09583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4" name="Graph neuron 22">
            <a:extLst>
              <a:ext uri="{FF2B5EF4-FFF2-40B4-BE49-F238E27FC236}">
                <a16:creationId xmlns:a16="http://schemas.microsoft.com/office/drawing/2014/main" id="{15D6684B-3AF1-43EB-B7F3-D298F90F27F0}"/>
              </a:ext>
            </a:extLst>
          </p:cNvPr>
          <p:cNvSpPr>
            <a:spLocks noGrp="1"/>
          </p:cNvSpPr>
          <p:nvPr/>
        </p:nvSpPr>
        <p:spPr>
          <a:xfrm>
            <a:off x="9372600" y="2667000"/>
            <a:ext cx="342900" cy="342900"/>
          </a:xfrm>
          <a:prstGeom prst="ellipse">
            <a:avLst/>
          </a:prstGeom>
          <a:solidFill>
            <a:srgbClr val="8FAFBE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5" name="Graph neuron 23">
            <a:extLst>
              <a:ext uri="{FF2B5EF4-FFF2-40B4-BE49-F238E27FC236}">
                <a16:creationId xmlns:a16="http://schemas.microsoft.com/office/drawing/2014/main" id="{C5269150-F942-43F3-A5C5-CE602D415AA0}"/>
              </a:ext>
            </a:extLst>
          </p:cNvPr>
          <p:cNvSpPr>
            <a:spLocks noGrp="1"/>
          </p:cNvSpPr>
          <p:nvPr/>
        </p:nvSpPr>
        <p:spPr>
          <a:xfrm>
            <a:off x="9372600" y="3200400"/>
            <a:ext cx="342900" cy="342900"/>
          </a:xfrm>
          <a:prstGeom prst="ellipse">
            <a:avLst/>
          </a:prstGeom>
          <a:solidFill>
            <a:srgbClr val="8FAFBE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6" name="Graph neuron 24">
            <a:extLst>
              <a:ext uri="{FF2B5EF4-FFF2-40B4-BE49-F238E27FC236}">
                <a16:creationId xmlns:a16="http://schemas.microsoft.com/office/drawing/2014/main" id="{4D769A34-044F-46DD-800C-01B4E2BB56AB}"/>
              </a:ext>
            </a:extLst>
          </p:cNvPr>
          <p:cNvSpPr>
            <a:spLocks noGrp="1"/>
          </p:cNvSpPr>
          <p:nvPr/>
        </p:nvSpPr>
        <p:spPr>
          <a:xfrm>
            <a:off x="9372600" y="3733800"/>
            <a:ext cx="342900" cy="342900"/>
          </a:xfrm>
          <a:prstGeom prst="ellipse">
            <a:avLst/>
          </a:prstGeom>
          <a:solidFill>
            <a:srgbClr val="8FAFBE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7" name="Graph neuron 25">
            <a:extLst>
              <a:ext uri="{FF2B5EF4-FFF2-40B4-BE49-F238E27FC236}">
                <a16:creationId xmlns:a16="http://schemas.microsoft.com/office/drawing/2014/main" id="{32001E55-6734-4463-BA97-D77486A01344}"/>
              </a:ext>
            </a:extLst>
          </p:cNvPr>
          <p:cNvSpPr>
            <a:spLocks noGrp="1"/>
          </p:cNvSpPr>
          <p:nvPr/>
        </p:nvSpPr>
        <p:spPr>
          <a:xfrm>
            <a:off x="9372600" y="4267200"/>
            <a:ext cx="342900" cy="342900"/>
          </a:xfrm>
          <a:prstGeom prst="ellipse">
            <a:avLst/>
          </a:prstGeom>
          <a:solidFill>
            <a:srgbClr val="8FAFBE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8" name="Graph neuron 26">
            <a:extLst>
              <a:ext uri="{FF2B5EF4-FFF2-40B4-BE49-F238E27FC236}">
                <a16:creationId xmlns:a16="http://schemas.microsoft.com/office/drawing/2014/main" id="{D50D81A9-710F-4212-860C-CEEB0783BF58}"/>
              </a:ext>
            </a:extLst>
          </p:cNvPr>
          <p:cNvSpPr>
            <a:spLocks noGrp="1"/>
          </p:cNvSpPr>
          <p:nvPr/>
        </p:nvSpPr>
        <p:spPr>
          <a:xfrm>
            <a:off x="9372600" y="4800600"/>
            <a:ext cx="342900" cy="342900"/>
          </a:xfrm>
          <a:prstGeom prst="ellipse">
            <a:avLst/>
          </a:prstGeom>
          <a:solidFill>
            <a:srgbClr val="8FAFBE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9" name="Graph neuron 27">
            <a:extLst>
              <a:ext uri="{FF2B5EF4-FFF2-40B4-BE49-F238E27FC236}">
                <a16:creationId xmlns:a16="http://schemas.microsoft.com/office/drawing/2014/main" id="{292495EF-F93C-4BC0-BA47-ABB500C54074}"/>
              </a:ext>
            </a:extLst>
          </p:cNvPr>
          <p:cNvSpPr>
            <a:spLocks noGrp="1"/>
          </p:cNvSpPr>
          <p:nvPr/>
        </p:nvSpPr>
        <p:spPr>
          <a:xfrm>
            <a:off x="10096500" y="2933700"/>
            <a:ext cx="342900" cy="342900"/>
          </a:xfrm>
          <a:prstGeom prst="ellipse">
            <a:avLst/>
          </a:prstGeom>
          <a:solidFill>
            <a:srgbClr val="CFB67D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0" name="Graph neuron 28">
            <a:extLst>
              <a:ext uri="{FF2B5EF4-FFF2-40B4-BE49-F238E27FC236}">
                <a16:creationId xmlns:a16="http://schemas.microsoft.com/office/drawing/2014/main" id="{C5A5B41A-F63B-4C3F-8E69-9CF1E5A26157}"/>
              </a:ext>
            </a:extLst>
          </p:cNvPr>
          <p:cNvSpPr>
            <a:spLocks noGrp="1"/>
          </p:cNvSpPr>
          <p:nvPr/>
        </p:nvSpPr>
        <p:spPr>
          <a:xfrm>
            <a:off x="10096500" y="3467100"/>
            <a:ext cx="342900" cy="342900"/>
          </a:xfrm>
          <a:prstGeom prst="ellipse">
            <a:avLst/>
          </a:prstGeom>
          <a:solidFill>
            <a:srgbClr val="CFB67D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1" name="Graph neuron 29">
            <a:extLst>
              <a:ext uri="{FF2B5EF4-FFF2-40B4-BE49-F238E27FC236}">
                <a16:creationId xmlns:a16="http://schemas.microsoft.com/office/drawing/2014/main" id="{144FFD80-4827-448B-BFB4-B8C7DF5F1DBC}"/>
              </a:ext>
            </a:extLst>
          </p:cNvPr>
          <p:cNvSpPr>
            <a:spLocks noGrp="1"/>
          </p:cNvSpPr>
          <p:nvPr/>
        </p:nvSpPr>
        <p:spPr>
          <a:xfrm>
            <a:off x="10096500" y="4000500"/>
            <a:ext cx="342900" cy="342900"/>
          </a:xfrm>
          <a:prstGeom prst="ellipse">
            <a:avLst/>
          </a:prstGeom>
          <a:solidFill>
            <a:srgbClr val="CFB67D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2" name="Graph neuron 30">
            <a:extLst>
              <a:ext uri="{FF2B5EF4-FFF2-40B4-BE49-F238E27FC236}">
                <a16:creationId xmlns:a16="http://schemas.microsoft.com/office/drawing/2014/main" id="{88DC58E3-6F76-48EC-91E8-12E27C059122}"/>
              </a:ext>
            </a:extLst>
          </p:cNvPr>
          <p:cNvSpPr>
            <a:spLocks noGrp="1"/>
          </p:cNvSpPr>
          <p:nvPr/>
        </p:nvSpPr>
        <p:spPr>
          <a:xfrm>
            <a:off x="10096500" y="4533900"/>
            <a:ext cx="342900" cy="342900"/>
          </a:xfrm>
          <a:prstGeom prst="ellipse">
            <a:avLst/>
          </a:prstGeom>
          <a:solidFill>
            <a:srgbClr val="CFB67D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3" name="Graph neuron 31">
            <a:extLst>
              <a:ext uri="{FF2B5EF4-FFF2-40B4-BE49-F238E27FC236}">
                <a16:creationId xmlns:a16="http://schemas.microsoft.com/office/drawing/2014/main" id="{EE712664-1C73-416D-8105-EEBBCCE09384}"/>
              </a:ext>
            </a:extLst>
          </p:cNvPr>
          <p:cNvSpPr>
            <a:spLocks noGrp="1"/>
          </p:cNvSpPr>
          <p:nvPr/>
        </p:nvSpPr>
        <p:spPr>
          <a:xfrm>
            <a:off x="10820400" y="2667000"/>
            <a:ext cx="342900" cy="342900"/>
          </a:xfrm>
          <a:prstGeom prst="ellipse">
            <a:avLst/>
          </a:prstGeom>
          <a:solidFill>
            <a:srgbClr val="91B2A5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4" name="Graph neuron 32">
            <a:extLst>
              <a:ext uri="{FF2B5EF4-FFF2-40B4-BE49-F238E27FC236}">
                <a16:creationId xmlns:a16="http://schemas.microsoft.com/office/drawing/2014/main" id="{DDC036FE-5E96-4CA5-8F79-55AA5C0EF12E}"/>
              </a:ext>
            </a:extLst>
          </p:cNvPr>
          <p:cNvSpPr>
            <a:spLocks noGrp="1"/>
          </p:cNvSpPr>
          <p:nvPr/>
        </p:nvSpPr>
        <p:spPr>
          <a:xfrm>
            <a:off x="10820400" y="3200400"/>
            <a:ext cx="342900" cy="342900"/>
          </a:xfrm>
          <a:prstGeom prst="ellipse">
            <a:avLst/>
          </a:prstGeom>
          <a:solidFill>
            <a:srgbClr val="91B2A5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5" name="Graph neuron 33">
            <a:extLst>
              <a:ext uri="{FF2B5EF4-FFF2-40B4-BE49-F238E27FC236}">
                <a16:creationId xmlns:a16="http://schemas.microsoft.com/office/drawing/2014/main" id="{26F86407-E2EA-4A65-94AB-C3BF01DEDA9A}"/>
              </a:ext>
            </a:extLst>
          </p:cNvPr>
          <p:cNvSpPr>
            <a:spLocks noGrp="1"/>
          </p:cNvSpPr>
          <p:nvPr/>
        </p:nvSpPr>
        <p:spPr>
          <a:xfrm>
            <a:off x="10820400" y="3733800"/>
            <a:ext cx="342900" cy="342900"/>
          </a:xfrm>
          <a:prstGeom prst="ellipse">
            <a:avLst/>
          </a:prstGeom>
          <a:solidFill>
            <a:srgbClr val="91B2A5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6" name="Graph neuron 34">
            <a:extLst>
              <a:ext uri="{FF2B5EF4-FFF2-40B4-BE49-F238E27FC236}">
                <a16:creationId xmlns:a16="http://schemas.microsoft.com/office/drawing/2014/main" id="{56DDE26D-048F-4EAD-96E4-C5D57B354AB9}"/>
              </a:ext>
            </a:extLst>
          </p:cNvPr>
          <p:cNvSpPr>
            <a:spLocks noGrp="1"/>
          </p:cNvSpPr>
          <p:nvPr/>
        </p:nvSpPr>
        <p:spPr>
          <a:xfrm>
            <a:off x="10820400" y="4267200"/>
            <a:ext cx="342900" cy="342900"/>
          </a:xfrm>
          <a:prstGeom prst="ellipse">
            <a:avLst/>
          </a:prstGeom>
          <a:solidFill>
            <a:srgbClr val="91B2A5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7" name="Graph neuron 35">
            <a:extLst>
              <a:ext uri="{FF2B5EF4-FFF2-40B4-BE49-F238E27FC236}">
                <a16:creationId xmlns:a16="http://schemas.microsoft.com/office/drawing/2014/main" id="{DF3B281A-97F7-402A-AFDE-7A95E0BF171D}"/>
              </a:ext>
            </a:extLst>
          </p:cNvPr>
          <p:cNvSpPr>
            <a:spLocks noGrp="1"/>
          </p:cNvSpPr>
          <p:nvPr/>
        </p:nvSpPr>
        <p:spPr>
          <a:xfrm>
            <a:off x="10820400" y="4800600"/>
            <a:ext cx="342900" cy="342900"/>
          </a:xfrm>
          <a:prstGeom prst="ellipse">
            <a:avLst/>
          </a:prstGeom>
          <a:solidFill>
            <a:srgbClr val="91B2A5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8" name="Graph neuron 36">
            <a:extLst>
              <a:ext uri="{FF2B5EF4-FFF2-40B4-BE49-F238E27FC236}">
                <a16:creationId xmlns:a16="http://schemas.microsoft.com/office/drawing/2014/main" id="{DEF6D0C7-7BFE-415A-AC61-34E9D8A4EA62}"/>
              </a:ext>
            </a:extLst>
          </p:cNvPr>
          <p:cNvSpPr>
            <a:spLocks noGrp="1"/>
          </p:cNvSpPr>
          <p:nvPr/>
        </p:nvSpPr>
        <p:spPr>
          <a:xfrm>
            <a:off x="11544300" y="3200400"/>
            <a:ext cx="342900" cy="342900"/>
          </a:xfrm>
          <a:prstGeom prst="ellipse">
            <a:avLst/>
          </a:prstGeom>
          <a:solidFill>
            <a:srgbClr val="AE9FB7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9" name="Graph neuron 37">
            <a:extLst>
              <a:ext uri="{FF2B5EF4-FFF2-40B4-BE49-F238E27FC236}">
                <a16:creationId xmlns:a16="http://schemas.microsoft.com/office/drawing/2014/main" id="{3BD95005-96D2-432F-B2C4-C03777D2F85C}"/>
              </a:ext>
            </a:extLst>
          </p:cNvPr>
          <p:cNvSpPr>
            <a:spLocks noGrp="1"/>
          </p:cNvSpPr>
          <p:nvPr/>
        </p:nvSpPr>
        <p:spPr>
          <a:xfrm>
            <a:off x="11544300" y="3733800"/>
            <a:ext cx="342900" cy="342900"/>
          </a:xfrm>
          <a:prstGeom prst="ellipse">
            <a:avLst/>
          </a:prstGeom>
          <a:solidFill>
            <a:srgbClr val="AE9FB7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0" name="Graph neuron 38">
            <a:extLst>
              <a:ext uri="{FF2B5EF4-FFF2-40B4-BE49-F238E27FC236}">
                <a16:creationId xmlns:a16="http://schemas.microsoft.com/office/drawing/2014/main" id="{558061D7-73B5-4645-B686-BAC9090A26F2}"/>
              </a:ext>
            </a:extLst>
          </p:cNvPr>
          <p:cNvSpPr>
            <a:spLocks noGrp="1"/>
          </p:cNvSpPr>
          <p:nvPr/>
        </p:nvSpPr>
        <p:spPr>
          <a:xfrm>
            <a:off x="11544300" y="4267200"/>
            <a:ext cx="342900" cy="342900"/>
          </a:xfrm>
          <a:prstGeom prst="ellipse">
            <a:avLst/>
          </a:prstGeom>
          <a:solidFill>
            <a:srgbClr val="AE9FB7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1" name="Connection 142">
            <a:extLst>
              <a:ext uri="{FF2B5EF4-FFF2-40B4-BE49-F238E27FC236}">
                <a16:creationId xmlns:a16="http://schemas.microsoft.com/office/drawing/2014/main" id="{BA644539-0A39-478F-AB84-B74C78A91144}"/>
              </a:ext>
            </a:extLst>
          </p:cNvPr>
          <p:cNvSpPr>
            <a:spLocks noGrp="1"/>
          </p:cNvSpPr>
          <p:nvPr/>
        </p:nvSpPr>
        <p:spPr>
          <a:xfrm>
            <a:off x="7962900" y="4019550"/>
            <a:ext cx="695325" cy="953"/>
          </a:xfrm>
          <a:custGeom>
            <a:avLst/>
            <a:gdLst/>
            <a:ahLst/>
            <a:cxnLst/>
            <a:rect l="0" t="0" r="0" b="0"/>
            <a:pathLst>
              <a:path w="695325" h="953">
                <a:moveTo>
                  <a:pt x="0" y="0"/>
                </a:moveTo>
                <a:lnTo>
                  <a:pt x="695325" y="0"/>
                </a:lnTo>
              </a:path>
            </a:pathLst>
          </a:custGeom>
          <a:noFill/>
          <a:ln w="34290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2" name="Arrowhead 38">
            <a:extLst>
              <a:ext uri="{FF2B5EF4-FFF2-40B4-BE49-F238E27FC236}">
                <a16:creationId xmlns:a16="http://schemas.microsoft.com/office/drawing/2014/main" id="{B3070B24-1719-407F-935C-84D1FBAB4BE1}"/>
              </a:ext>
            </a:extLst>
          </p:cNvPr>
          <p:cNvSpPr>
            <a:spLocks noGrp="1"/>
          </p:cNvSpPr>
          <p:nvPr/>
        </p:nvSpPr>
        <p:spPr>
          <a:xfrm>
            <a:off x="8534400" y="3962591"/>
            <a:ext cx="123825" cy="113919"/>
          </a:xfrm>
          <a:custGeom>
            <a:avLst/>
            <a:gdLst/>
            <a:ahLst/>
            <a:cxnLst/>
            <a:rect l="0" t="0" r="0" b="0"/>
            <a:pathLst>
              <a:path w="123825" h="113919">
                <a:moveTo>
                  <a:pt x="123825" y="56960"/>
                </a:moveTo>
                <a:lnTo>
                  <a:pt x="0" y="113919"/>
                </a:lnTo>
                <a:lnTo>
                  <a:pt x="0" y="0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3" name="Label REINFORCE 1">
            <a:extLst>
              <a:ext uri="{FF2B5EF4-FFF2-40B4-BE49-F238E27FC236}">
                <a16:creationId xmlns:a16="http://schemas.microsoft.com/office/drawing/2014/main" id="{4F175D03-8068-4835-AF01-6F4F6A58F8E7}"/>
              </a:ext>
            </a:extLst>
          </p:cNvPr>
          <p:cNvSpPr>
            <a:spLocks noGrp="1"/>
          </p:cNvSpPr>
          <p:nvPr/>
        </p:nvSpPr>
        <p:spPr>
          <a:xfrm>
            <a:off x="4819650" y="6115050"/>
            <a:ext cx="72199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70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70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REINFORCE</a:t>
            </a:r>
          </a:p>
        </p:txBody>
      </p:sp>
      <p:sp>
        <p:nvSpPr>
          <p:cNvPr id="284" name="Count tile 1">
            <a:extLst>
              <a:ext uri="{FF2B5EF4-FFF2-40B4-BE49-F238E27FC236}">
                <a16:creationId xmlns:a16="http://schemas.microsoft.com/office/drawing/2014/main" id="{73AA7F92-32DD-431A-ACDB-964D006FFBC2}"/>
              </a:ext>
            </a:extLst>
          </p:cNvPr>
          <p:cNvSpPr>
            <a:spLocks noGrp="1"/>
          </p:cNvSpPr>
          <p:nvPr/>
        </p:nvSpPr>
        <p:spPr>
          <a:xfrm>
            <a:off x="13925550" y="2305050"/>
            <a:ext cx="238125" cy="238125"/>
          </a:xfrm>
          <a:prstGeom prst="rect">
            <a:avLst/>
          </a:prstGeom>
          <a:solidFill>
            <a:srgbClr val="8FAFBE"/>
          </a:solidFill>
          <a:ln w="1047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5" name="Count tile 2">
            <a:extLst>
              <a:ext uri="{FF2B5EF4-FFF2-40B4-BE49-F238E27FC236}">
                <a16:creationId xmlns:a16="http://schemas.microsoft.com/office/drawing/2014/main" id="{DF184C8A-ADDA-4666-8E3C-3B314CE1A58F}"/>
              </a:ext>
            </a:extLst>
          </p:cNvPr>
          <p:cNvSpPr>
            <a:spLocks noGrp="1"/>
          </p:cNvSpPr>
          <p:nvPr/>
        </p:nvSpPr>
        <p:spPr>
          <a:xfrm>
            <a:off x="14211300" y="2305050"/>
            <a:ext cx="238125" cy="238125"/>
          </a:xfrm>
          <a:prstGeom prst="rect">
            <a:avLst/>
          </a:prstGeom>
          <a:solidFill>
            <a:srgbClr val="91B2A5"/>
          </a:solidFill>
          <a:ln w="1047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6" name="Count tile 3">
            <a:extLst>
              <a:ext uri="{FF2B5EF4-FFF2-40B4-BE49-F238E27FC236}">
                <a16:creationId xmlns:a16="http://schemas.microsoft.com/office/drawing/2014/main" id="{DE7D0126-79AE-487B-ADC3-B39ABE394DFF}"/>
              </a:ext>
            </a:extLst>
          </p:cNvPr>
          <p:cNvSpPr>
            <a:spLocks noGrp="1"/>
          </p:cNvSpPr>
          <p:nvPr/>
        </p:nvSpPr>
        <p:spPr>
          <a:xfrm>
            <a:off x="14497050" y="2305050"/>
            <a:ext cx="238125" cy="238125"/>
          </a:xfrm>
          <a:prstGeom prst="rect">
            <a:avLst/>
          </a:prstGeom>
          <a:solidFill>
            <a:srgbClr val="CFB67D"/>
          </a:solidFill>
          <a:ln w="1047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7" name="Count tile 4">
            <a:extLst>
              <a:ext uri="{FF2B5EF4-FFF2-40B4-BE49-F238E27FC236}">
                <a16:creationId xmlns:a16="http://schemas.microsoft.com/office/drawing/2014/main" id="{D120A86A-F71F-4A65-A8F0-A376A8450AE4}"/>
              </a:ext>
            </a:extLst>
          </p:cNvPr>
          <p:cNvSpPr>
            <a:spLocks noGrp="1"/>
          </p:cNvSpPr>
          <p:nvPr/>
        </p:nvSpPr>
        <p:spPr>
          <a:xfrm>
            <a:off x="13925550" y="2590800"/>
            <a:ext cx="238125" cy="238125"/>
          </a:xfrm>
          <a:prstGeom prst="rect">
            <a:avLst/>
          </a:prstGeom>
          <a:solidFill>
            <a:srgbClr val="91B2A5"/>
          </a:solidFill>
          <a:ln w="1047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8" name="Count tile 5">
            <a:extLst>
              <a:ext uri="{FF2B5EF4-FFF2-40B4-BE49-F238E27FC236}">
                <a16:creationId xmlns:a16="http://schemas.microsoft.com/office/drawing/2014/main" id="{FC4BAC52-7264-4C76-82D5-832F72365A89}"/>
              </a:ext>
            </a:extLst>
          </p:cNvPr>
          <p:cNvSpPr>
            <a:spLocks noGrp="1"/>
          </p:cNvSpPr>
          <p:nvPr/>
        </p:nvSpPr>
        <p:spPr>
          <a:xfrm>
            <a:off x="14211300" y="2590800"/>
            <a:ext cx="238125" cy="238125"/>
          </a:xfrm>
          <a:prstGeom prst="rect">
            <a:avLst/>
          </a:prstGeom>
          <a:solidFill>
            <a:srgbClr val="CFB67D"/>
          </a:solidFill>
          <a:ln w="1047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9" name="Count tile 6">
            <a:extLst>
              <a:ext uri="{FF2B5EF4-FFF2-40B4-BE49-F238E27FC236}">
                <a16:creationId xmlns:a16="http://schemas.microsoft.com/office/drawing/2014/main" id="{7E3149F1-00A2-4EA1-9FA1-97811B41E8E4}"/>
              </a:ext>
            </a:extLst>
          </p:cNvPr>
          <p:cNvSpPr>
            <a:spLocks noGrp="1"/>
          </p:cNvSpPr>
          <p:nvPr/>
        </p:nvSpPr>
        <p:spPr>
          <a:xfrm>
            <a:off x="14497050" y="2590800"/>
            <a:ext cx="238125" cy="238125"/>
          </a:xfrm>
          <a:prstGeom prst="rect">
            <a:avLst/>
          </a:prstGeom>
          <a:solidFill>
            <a:srgbClr val="AE9FB7"/>
          </a:solidFill>
          <a:ln w="1047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0" name="Count tile 7">
            <a:extLst>
              <a:ext uri="{FF2B5EF4-FFF2-40B4-BE49-F238E27FC236}">
                <a16:creationId xmlns:a16="http://schemas.microsoft.com/office/drawing/2014/main" id="{2343D974-408C-4E96-A682-6752546AEE98}"/>
              </a:ext>
            </a:extLst>
          </p:cNvPr>
          <p:cNvSpPr>
            <a:spLocks noGrp="1"/>
          </p:cNvSpPr>
          <p:nvPr/>
        </p:nvSpPr>
        <p:spPr>
          <a:xfrm>
            <a:off x="13925550" y="2876550"/>
            <a:ext cx="238125" cy="238125"/>
          </a:xfrm>
          <a:prstGeom prst="rect">
            <a:avLst/>
          </a:prstGeom>
          <a:solidFill>
            <a:srgbClr val="CFB67D"/>
          </a:solidFill>
          <a:ln w="1047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1" name="Count tile 8">
            <a:extLst>
              <a:ext uri="{FF2B5EF4-FFF2-40B4-BE49-F238E27FC236}">
                <a16:creationId xmlns:a16="http://schemas.microsoft.com/office/drawing/2014/main" id="{7BD7A11E-6607-4E3C-BCD3-7774AC86EC3E}"/>
              </a:ext>
            </a:extLst>
          </p:cNvPr>
          <p:cNvSpPr>
            <a:spLocks noGrp="1"/>
          </p:cNvSpPr>
          <p:nvPr/>
        </p:nvSpPr>
        <p:spPr>
          <a:xfrm>
            <a:off x="14211300" y="2876550"/>
            <a:ext cx="238125" cy="238125"/>
          </a:xfrm>
          <a:prstGeom prst="rect">
            <a:avLst/>
          </a:prstGeom>
          <a:solidFill>
            <a:srgbClr val="AE9FB7"/>
          </a:solidFill>
          <a:ln w="1047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2" name="Count tile 9">
            <a:extLst>
              <a:ext uri="{FF2B5EF4-FFF2-40B4-BE49-F238E27FC236}">
                <a16:creationId xmlns:a16="http://schemas.microsoft.com/office/drawing/2014/main" id="{0F5626A9-AE8A-43B7-8497-93625CE0F365}"/>
              </a:ext>
            </a:extLst>
          </p:cNvPr>
          <p:cNvSpPr>
            <a:spLocks noGrp="1"/>
          </p:cNvSpPr>
          <p:nvPr/>
        </p:nvSpPr>
        <p:spPr>
          <a:xfrm>
            <a:off x="14497050" y="2876550"/>
            <a:ext cx="238125" cy="238125"/>
          </a:xfrm>
          <a:prstGeom prst="rect">
            <a:avLst/>
          </a:prstGeom>
          <a:solidFill>
            <a:srgbClr val="8FAFBE"/>
          </a:solidFill>
          <a:ln w="1047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3" name="Label 1–16 1">
            <a:extLst>
              <a:ext uri="{FF2B5EF4-FFF2-40B4-BE49-F238E27FC236}">
                <a16:creationId xmlns:a16="http://schemas.microsoft.com/office/drawing/2014/main" id="{D5D05240-9733-42B4-B03F-AC512931448B}"/>
              </a:ext>
            </a:extLst>
          </p:cNvPr>
          <p:cNvSpPr>
            <a:spLocks noGrp="1"/>
          </p:cNvSpPr>
          <p:nvPr/>
        </p:nvSpPr>
        <p:spPr>
          <a:xfrm>
            <a:off x="13239750" y="3200400"/>
            <a:ext cx="22288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6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6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1–16</a:t>
            </a:r>
          </a:p>
        </p:txBody>
      </p:sp>
      <p:sp>
        <p:nvSpPr>
          <p:cNvPr id="294" name="Chip front 6">
            <a:extLst>
              <a:ext uri="{FF2B5EF4-FFF2-40B4-BE49-F238E27FC236}">
                <a16:creationId xmlns:a16="http://schemas.microsoft.com/office/drawing/2014/main" id="{BEB50935-A1F4-4FBD-A151-2CE96E7309E7}"/>
              </a:ext>
            </a:extLst>
          </p:cNvPr>
          <p:cNvSpPr>
            <a:spLocks noGrp="1"/>
          </p:cNvSpPr>
          <p:nvPr/>
        </p:nvSpPr>
        <p:spPr>
          <a:xfrm>
            <a:off x="13658850" y="4314825"/>
            <a:ext cx="1104900" cy="190500"/>
          </a:xfrm>
          <a:custGeom>
            <a:avLst/>
            <a:gdLst/>
            <a:ahLst/>
            <a:cxnLst/>
            <a:rect l="0" t="0" r="0" b="0"/>
            <a:pathLst>
              <a:path w="1104900" h="190500">
                <a:moveTo>
                  <a:pt x="0" y="0"/>
                </a:moveTo>
                <a:lnTo>
                  <a:pt x="1104900" y="0"/>
                </a:lnTo>
                <a:lnTo>
                  <a:pt x="1104900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7C98A5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5" name="Chip side 6">
            <a:extLst>
              <a:ext uri="{FF2B5EF4-FFF2-40B4-BE49-F238E27FC236}">
                <a16:creationId xmlns:a16="http://schemas.microsoft.com/office/drawing/2014/main" id="{67F78351-29B4-475B-9295-22F4A25C7213}"/>
              </a:ext>
            </a:extLst>
          </p:cNvPr>
          <p:cNvSpPr>
            <a:spLocks noGrp="1"/>
          </p:cNvSpPr>
          <p:nvPr/>
        </p:nvSpPr>
        <p:spPr>
          <a:xfrm>
            <a:off x="14763750" y="3819525"/>
            <a:ext cx="304800" cy="685800"/>
          </a:xfrm>
          <a:custGeom>
            <a:avLst/>
            <a:gdLst/>
            <a:ahLst/>
            <a:cxnLst/>
            <a:rect l="0" t="0" r="0" b="0"/>
            <a:pathLst>
              <a:path w="304800" h="685800">
                <a:moveTo>
                  <a:pt x="304800" y="0"/>
                </a:moveTo>
                <a:lnTo>
                  <a:pt x="304800" y="190500"/>
                </a:lnTo>
                <a:lnTo>
                  <a:pt x="0" y="685800"/>
                </a:lnTo>
                <a:lnTo>
                  <a:pt x="0" y="495300"/>
                </a:lnTo>
                <a:close/>
              </a:path>
            </a:pathLst>
          </a:custGeom>
          <a:solidFill>
            <a:srgbClr val="708994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6" name="Chip top 6">
            <a:extLst>
              <a:ext uri="{FF2B5EF4-FFF2-40B4-BE49-F238E27FC236}">
                <a16:creationId xmlns:a16="http://schemas.microsoft.com/office/drawing/2014/main" id="{7D3AD990-0FC8-4FF2-82E4-1E7E297939B3}"/>
              </a:ext>
            </a:extLst>
          </p:cNvPr>
          <p:cNvSpPr>
            <a:spLocks noGrp="1"/>
          </p:cNvSpPr>
          <p:nvPr/>
        </p:nvSpPr>
        <p:spPr>
          <a:xfrm>
            <a:off x="13658850" y="3819525"/>
            <a:ext cx="1409700" cy="495300"/>
          </a:xfrm>
          <a:custGeom>
            <a:avLst/>
            <a:gdLst/>
            <a:ahLst/>
            <a:cxnLst/>
            <a:rect l="0" t="0" r="0" b="0"/>
            <a:pathLst>
              <a:path w="1409700" h="495300">
                <a:moveTo>
                  <a:pt x="304800" y="0"/>
                </a:moveTo>
                <a:lnTo>
                  <a:pt x="1409700" y="0"/>
                </a:lnTo>
                <a:lnTo>
                  <a:pt x="1104900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8FAFBE"/>
          </a:solidFill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7" name="Tile partition 1">
            <a:extLst>
              <a:ext uri="{FF2B5EF4-FFF2-40B4-BE49-F238E27FC236}">
                <a16:creationId xmlns:a16="http://schemas.microsoft.com/office/drawing/2014/main" id="{71758C1E-A28C-4301-90B0-DD92E15A079B}"/>
              </a:ext>
            </a:extLst>
          </p:cNvPr>
          <p:cNvSpPr>
            <a:spLocks noGrp="1"/>
          </p:cNvSpPr>
          <p:nvPr/>
        </p:nvSpPr>
        <p:spPr>
          <a:xfrm>
            <a:off x="14363700" y="3819525"/>
            <a:ext cx="704850" cy="247650"/>
          </a:xfrm>
          <a:custGeom>
            <a:avLst/>
            <a:gdLst/>
            <a:ahLst/>
            <a:cxnLst/>
            <a:rect l="0" t="0" r="0" b="0"/>
            <a:pathLst>
              <a:path w="704850" h="247650">
                <a:moveTo>
                  <a:pt x="152400" y="0"/>
                </a:moveTo>
                <a:lnTo>
                  <a:pt x="704850" y="0"/>
                </a:lnTo>
                <a:lnTo>
                  <a:pt x="552450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91B2A5"/>
          </a:solidFill>
          <a:ln w="1047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8" name="Tile partition 2">
            <a:extLst>
              <a:ext uri="{FF2B5EF4-FFF2-40B4-BE49-F238E27FC236}">
                <a16:creationId xmlns:a16="http://schemas.microsoft.com/office/drawing/2014/main" id="{B1D74ABB-241D-47DE-8015-C5E66C25688C}"/>
              </a:ext>
            </a:extLst>
          </p:cNvPr>
          <p:cNvSpPr>
            <a:spLocks noGrp="1"/>
          </p:cNvSpPr>
          <p:nvPr/>
        </p:nvSpPr>
        <p:spPr>
          <a:xfrm>
            <a:off x="13658850" y="4067175"/>
            <a:ext cx="704850" cy="247650"/>
          </a:xfrm>
          <a:custGeom>
            <a:avLst/>
            <a:gdLst/>
            <a:ahLst/>
            <a:cxnLst/>
            <a:rect l="0" t="0" r="0" b="0"/>
            <a:pathLst>
              <a:path w="704850" h="247650">
                <a:moveTo>
                  <a:pt x="152400" y="0"/>
                </a:moveTo>
                <a:lnTo>
                  <a:pt x="704850" y="0"/>
                </a:lnTo>
                <a:lnTo>
                  <a:pt x="552450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CFB67D"/>
          </a:solidFill>
          <a:ln w="1047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9" name="Tile partition 3">
            <a:extLst>
              <a:ext uri="{FF2B5EF4-FFF2-40B4-BE49-F238E27FC236}">
                <a16:creationId xmlns:a16="http://schemas.microsoft.com/office/drawing/2014/main" id="{00B05A22-71BA-4E52-9A61-9A9351F3F798}"/>
              </a:ext>
            </a:extLst>
          </p:cNvPr>
          <p:cNvSpPr>
            <a:spLocks noGrp="1"/>
          </p:cNvSpPr>
          <p:nvPr/>
        </p:nvSpPr>
        <p:spPr>
          <a:xfrm>
            <a:off x="14211300" y="4067175"/>
            <a:ext cx="704850" cy="247650"/>
          </a:xfrm>
          <a:custGeom>
            <a:avLst/>
            <a:gdLst/>
            <a:ahLst/>
            <a:cxnLst/>
            <a:rect l="0" t="0" r="0" b="0"/>
            <a:pathLst>
              <a:path w="704850" h="247650">
                <a:moveTo>
                  <a:pt x="152400" y="0"/>
                </a:moveTo>
                <a:lnTo>
                  <a:pt x="704850" y="0"/>
                </a:lnTo>
                <a:lnTo>
                  <a:pt x="552450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AE9FB7"/>
          </a:solidFill>
          <a:ln w="1047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0" name="Connection 143">
            <a:extLst>
              <a:ext uri="{FF2B5EF4-FFF2-40B4-BE49-F238E27FC236}">
                <a16:creationId xmlns:a16="http://schemas.microsoft.com/office/drawing/2014/main" id="{1E909DCD-13C0-4CCB-B428-F2C4DADC05A3}"/>
              </a:ext>
            </a:extLst>
          </p:cNvPr>
          <p:cNvSpPr>
            <a:spLocks noGrp="1"/>
          </p:cNvSpPr>
          <p:nvPr/>
        </p:nvSpPr>
        <p:spPr>
          <a:xfrm>
            <a:off x="14211300" y="4314825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047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1" name="Graph neuron 39">
            <a:extLst>
              <a:ext uri="{FF2B5EF4-FFF2-40B4-BE49-F238E27FC236}">
                <a16:creationId xmlns:a16="http://schemas.microsoft.com/office/drawing/2014/main" id="{A608D362-7C5A-4123-A6C4-940A639F8603}"/>
              </a:ext>
            </a:extLst>
          </p:cNvPr>
          <p:cNvSpPr>
            <a:spLocks noGrp="1"/>
          </p:cNvSpPr>
          <p:nvPr/>
        </p:nvSpPr>
        <p:spPr>
          <a:xfrm>
            <a:off x="13296900" y="5048250"/>
            <a:ext cx="457200" cy="457200"/>
          </a:xfrm>
          <a:prstGeom prst="ellipse">
            <a:avLst/>
          </a:prstGeom>
          <a:solidFill>
            <a:srgbClr val="C09583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2" name="Label A 1">
            <a:extLst>
              <a:ext uri="{FF2B5EF4-FFF2-40B4-BE49-F238E27FC236}">
                <a16:creationId xmlns:a16="http://schemas.microsoft.com/office/drawing/2014/main" id="{16D81DFF-E31A-4EEC-84B5-E2B325927FB2}"/>
              </a:ext>
            </a:extLst>
          </p:cNvPr>
          <p:cNvSpPr>
            <a:spLocks noGrp="1"/>
          </p:cNvSpPr>
          <p:nvPr/>
        </p:nvSpPr>
        <p:spPr>
          <a:xfrm>
            <a:off x="13296900" y="50482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8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A</a:t>
            </a:r>
          </a:p>
        </p:txBody>
      </p:sp>
      <p:sp>
        <p:nvSpPr>
          <p:cNvPr id="303" name="Graph neuron 40">
            <a:extLst>
              <a:ext uri="{FF2B5EF4-FFF2-40B4-BE49-F238E27FC236}">
                <a16:creationId xmlns:a16="http://schemas.microsoft.com/office/drawing/2014/main" id="{47FBE1D2-52B9-439C-A0E9-201BA5983300}"/>
              </a:ext>
            </a:extLst>
          </p:cNvPr>
          <p:cNvSpPr>
            <a:spLocks noGrp="1"/>
          </p:cNvSpPr>
          <p:nvPr/>
        </p:nvSpPr>
        <p:spPr>
          <a:xfrm>
            <a:off x="14030325" y="5210175"/>
            <a:ext cx="457200" cy="457200"/>
          </a:xfrm>
          <a:prstGeom prst="ellipse">
            <a:avLst/>
          </a:prstGeom>
          <a:solidFill>
            <a:srgbClr val="8FAFBE"/>
          </a:solidFill>
          <a:ln w="1524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4" name="Label B 1">
            <a:extLst>
              <a:ext uri="{FF2B5EF4-FFF2-40B4-BE49-F238E27FC236}">
                <a16:creationId xmlns:a16="http://schemas.microsoft.com/office/drawing/2014/main" id="{998CF01C-3639-4D2F-B227-9A47FE9F983B}"/>
              </a:ext>
            </a:extLst>
          </p:cNvPr>
          <p:cNvSpPr>
            <a:spLocks noGrp="1"/>
          </p:cNvSpPr>
          <p:nvPr/>
        </p:nvSpPr>
        <p:spPr>
          <a:xfrm>
            <a:off x="14030325" y="5210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8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8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B</a:t>
            </a:r>
          </a:p>
        </p:txBody>
      </p:sp>
      <p:sp>
        <p:nvSpPr>
          <p:cNvPr id="305" name="Chip front 7">
            <a:extLst>
              <a:ext uri="{FF2B5EF4-FFF2-40B4-BE49-F238E27FC236}">
                <a16:creationId xmlns:a16="http://schemas.microsoft.com/office/drawing/2014/main" id="{739FA6D2-AA4F-49B3-A9B3-80E6538F9811}"/>
              </a:ext>
            </a:extLst>
          </p:cNvPr>
          <p:cNvSpPr>
            <a:spLocks noGrp="1"/>
          </p:cNvSpPr>
          <p:nvPr/>
        </p:nvSpPr>
        <p:spPr>
          <a:xfrm>
            <a:off x="14973300" y="5467350"/>
            <a:ext cx="409575" cy="95250"/>
          </a:xfrm>
          <a:custGeom>
            <a:avLst/>
            <a:gdLst/>
            <a:ahLst/>
            <a:cxnLst/>
            <a:rect l="0" t="0" r="0" b="0"/>
            <a:pathLst>
              <a:path w="409575" h="95250">
                <a:moveTo>
                  <a:pt x="0" y="0"/>
                </a:moveTo>
                <a:lnTo>
                  <a:pt x="409575" y="0"/>
                </a:lnTo>
                <a:lnTo>
                  <a:pt x="409575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ABB1B6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6" name="Chip side 7">
            <a:extLst>
              <a:ext uri="{FF2B5EF4-FFF2-40B4-BE49-F238E27FC236}">
                <a16:creationId xmlns:a16="http://schemas.microsoft.com/office/drawing/2014/main" id="{9BD0988F-CEB7-41BE-BB1C-858AACED9E41}"/>
              </a:ext>
            </a:extLst>
          </p:cNvPr>
          <p:cNvSpPr>
            <a:spLocks noGrp="1"/>
          </p:cNvSpPr>
          <p:nvPr/>
        </p:nvSpPr>
        <p:spPr>
          <a:xfrm>
            <a:off x="15382875" y="5219700"/>
            <a:ext cx="95250" cy="342900"/>
          </a:xfrm>
          <a:custGeom>
            <a:avLst/>
            <a:gdLst/>
            <a:ahLst/>
            <a:cxnLst/>
            <a:rect l="0" t="0" r="0" b="0"/>
            <a:pathLst>
              <a:path w="95250" h="342900">
                <a:moveTo>
                  <a:pt x="95250" y="0"/>
                </a:moveTo>
                <a:lnTo>
                  <a:pt x="95250" y="95250"/>
                </a:lnTo>
                <a:lnTo>
                  <a:pt x="0" y="342900"/>
                </a:lnTo>
                <a:lnTo>
                  <a:pt x="0" y="247650"/>
                </a:lnTo>
                <a:close/>
              </a:path>
            </a:pathLst>
          </a:custGeom>
          <a:solidFill>
            <a:srgbClr val="999FA3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7" name="Chip top 7">
            <a:extLst>
              <a:ext uri="{FF2B5EF4-FFF2-40B4-BE49-F238E27FC236}">
                <a16:creationId xmlns:a16="http://schemas.microsoft.com/office/drawing/2014/main" id="{04676C93-94D9-4575-9F48-161EF3B28648}"/>
              </a:ext>
            </a:extLst>
          </p:cNvPr>
          <p:cNvSpPr>
            <a:spLocks noGrp="1"/>
          </p:cNvSpPr>
          <p:nvPr/>
        </p:nvSpPr>
        <p:spPr>
          <a:xfrm>
            <a:off x="14973300" y="5219700"/>
            <a:ext cx="504825" cy="247650"/>
          </a:xfrm>
          <a:custGeom>
            <a:avLst/>
            <a:gdLst/>
            <a:ahLst/>
            <a:cxnLst/>
            <a:rect l="0" t="0" r="0" b="0"/>
            <a:pathLst>
              <a:path w="504825" h="247650">
                <a:moveTo>
                  <a:pt x="95250" y="0"/>
                </a:moveTo>
                <a:lnTo>
                  <a:pt x="504825" y="0"/>
                </a:lnTo>
                <a:lnTo>
                  <a:pt x="409575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C4CCD1"/>
          </a:solidFill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8" name="Feedback route 1">
            <a:extLst>
              <a:ext uri="{FF2B5EF4-FFF2-40B4-BE49-F238E27FC236}">
                <a16:creationId xmlns:a16="http://schemas.microsoft.com/office/drawing/2014/main" id="{BD249958-BED0-4F90-8153-85F4A4534E73}"/>
              </a:ext>
            </a:extLst>
          </p:cNvPr>
          <p:cNvSpPr>
            <a:spLocks noGrp="1"/>
          </p:cNvSpPr>
          <p:nvPr/>
        </p:nvSpPr>
        <p:spPr>
          <a:xfrm>
            <a:off x="13668375" y="4838700"/>
            <a:ext cx="1362075" cy="371475"/>
          </a:xfrm>
          <a:custGeom>
            <a:avLst/>
            <a:gdLst/>
            <a:ahLst/>
            <a:cxnLst/>
            <a:rect l="0" t="0" r="0" b="0"/>
            <a:pathLst>
              <a:path w="1362075" h="371475">
                <a:moveTo>
                  <a:pt x="0" y="200025"/>
                </a:moveTo>
                <a:lnTo>
                  <a:pt x="333375" y="0"/>
                </a:lnTo>
                <a:lnTo>
                  <a:pt x="857250" y="38100"/>
                </a:lnTo>
                <a:lnTo>
                  <a:pt x="1362075" y="371475"/>
                </a:lnTo>
              </a:path>
            </a:pathLst>
          </a:custGeom>
          <a:noFill/>
          <a:ln w="14288">
            <a:solidFill>
              <a:srgbClr val="68798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9" name="Arrowhead 39">
            <a:extLst>
              <a:ext uri="{FF2B5EF4-FFF2-40B4-BE49-F238E27FC236}">
                <a16:creationId xmlns:a16="http://schemas.microsoft.com/office/drawing/2014/main" id="{8F5BC160-473E-4C1A-8D4E-B547F5E7111C}"/>
              </a:ext>
            </a:extLst>
          </p:cNvPr>
          <p:cNvSpPr>
            <a:spLocks noGrp="1"/>
          </p:cNvSpPr>
          <p:nvPr/>
        </p:nvSpPr>
        <p:spPr>
          <a:xfrm>
            <a:off x="14947548" y="5138934"/>
            <a:ext cx="82902" cy="71241"/>
          </a:xfrm>
          <a:custGeom>
            <a:avLst/>
            <a:gdLst/>
            <a:ahLst/>
            <a:cxnLst/>
            <a:rect l="0" t="0" r="0" b="0"/>
            <a:pathLst>
              <a:path w="82902" h="71241">
                <a:moveTo>
                  <a:pt x="82902" y="71241"/>
                </a:moveTo>
                <a:lnTo>
                  <a:pt x="0" y="58499"/>
                </a:lnTo>
                <a:lnTo>
                  <a:pt x="38632" y="0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0" name="Feedback route 2">
            <a:extLst>
              <a:ext uri="{FF2B5EF4-FFF2-40B4-BE49-F238E27FC236}">
                <a16:creationId xmlns:a16="http://schemas.microsoft.com/office/drawing/2014/main" id="{01015AA7-5965-442E-8C0D-9E4E00AC1852}"/>
              </a:ext>
            </a:extLst>
          </p:cNvPr>
          <p:cNvSpPr>
            <a:spLocks noGrp="1"/>
          </p:cNvSpPr>
          <p:nvPr/>
        </p:nvSpPr>
        <p:spPr>
          <a:xfrm>
            <a:off x="14458950" y="5114925"/>
            <a:ext cx="571500" cy="200025"/>
          </a:xfrm>
          <a:custGeom>
            <a:avLst/>
            <a:gdLst/>
            <a:ahLst/>
            <a:cxnLst/>
            <a:rect l="0" t="0" r="0" b="0"/>
            <a:pathLst>
              <a:path w="571500" h="200025">
                <a:moveTo>
                  <a:pt x="0" y="200025"/>
                </a:moveTo>
                <a:lnTo>
                  <a:pt x="228600" y="0"/>
                </a:lnTo>
                <a:lnTo>
                  <a:pt x="571500" y="95250"/>
                </a:lnTo>
              </a:path>
            </a:pathLst>
          </a:custGeom>
          <a:noFill/>
          <a:ln w="14288">
            <a:solidFill>
              <a:srgbClr val="68798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1" name="Arrowhead 40">
            <a:extLst>
              <a:ext uri="{FF2B5EF4-FFF2-40B4-BE49-F238E27FC236}">
                <a16:creationId xmlns:a16="http://schemas.microsoft.com/office/drawing/2014/main" id="{EB8CF902-1FF2-4025-B9CC-CB2F93271EC2}"/>
              </a:ext>
            </a:extLst>
          </p:cNvPr>
          <p:cNvSpPr>
            <a:spLocks noGrp="1"/>
          </p:cNvSpPr>
          <p:nvPr/>
        </p:nvSpPr>
        <p:spPr>
          <a:xfrm>
            <a:off x="14947648" y="5156007"/>
            <a:ext cx="82802" cy="67546"/>
          </a:xfrm>
          <a:custGeom>
            <a:avLst/>
            <a:gdLst/>
            <a:ahLst/>
            <a:cxnLst/>
            <a:rect l="0" t="0" r="0" b="0"/>
            <a:pathLst>
              <a:path w="82802" h="67546">
                <a:moveTo>
                  <a:pt x="82802" y="54168"/>
                </a:moveTo>
                <a:lnTo>
                  <a:pt x="0" y="67546"/>
                </a:lnTo>
                <a:lnTo>
                  <a:pt x="18763" y="0"/>
                </a:lnTo>
                <a:close/>
              </a:path>
            </a:pathLst>
          </a:custGeom>
          <a:solidFill>
            <a:srgbClr val="687985"/>
          </a:solidFill>
          <a:ln w="2858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2" name="Coupled grouping bracket 1">
            <a:extLst>
              <a:ext uri="{FF2B5EF4-FFF2-40B4-BE49-F238E27FC236}">
                <a16:creationId xmlns:a16="http://schemas.microsoft.com/office/drawing/2014/main" id="{1A18AFEA-508E-4330-8BB0-7FFB19B3BC1B}"/>
              </a:ext>
            </a:extLst>
          </p:cNvPr>
          <p:cNvSpPr>
            <a:spLocks noGrp="1"/>
          </p:cNvSpPr>
          <p:nvPr/>
        </p:nvSpPr>
        <p:spPr>
          <a:xfrm>
            <a:off x="13173075" y="5781675"/>
            <a:ext cx="2362200" cy="209550"/>
          </a:xfrm>
          <a:custGeom>
            <a:avLst/>
            <a:gdLst/>
            <a:ahLst/>
            <a:cxnLst/>
            <a:rect l="0" t="0" r="0" b="0"/>
            <a:pathLst>
              <a:path w="2362200" h="209550">
                <a:moveTo>
                  <a:pt x="0" y="0"/>
                </a:moveTo>
                <a:lnTo>
                  <a:pt x="0" y="114300"/>
                </a:lnTo>
                <a:lnTo>
                  <a:pt x="1000125" y="114300"/>
                </a:lnTo>
                <a:lnTo>
                  <a:pt x="1181100" y="209550"/>
                </a:lnTo>
                <a:lnTo>
                  <a:pt x="1362075" y="114300"/>
                </a:lnTo>
                <a:lnTo>
                  <a:pt x="2362200" y="114300"/>
                </a:lnTo>
                <a:lnTo>
                  <a:pt x="2362200" y="0"/>
                </a:lnTo>
              </a:path>
            </a:pathLst>
          </a:custGeom>
          <a:noFill/>
          <a:ln w="17145">
            <a:solidFill>
              <a:srgbClr val="2534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3" name="Label Coupled Edit 1">
            <a:extLst>
              <a:ext uri="{FF2B5EF4-FFF2-40B4-BE49-F238E27FC236}">
                <a16:creationId xmlns:a16="http://schemas.microsoft.com/office/drawing/2014/main" id="{0F127C73-8DB4-4536-90F8-BED485DA2930}"/>
              </a:ext>
            </a:extLst>
          </p:cNvPr>
          <p:cNvSpPr>
            <a:spLocks noGrp="1"/>
          </p:cNvSpPr>
          <p:nvPr/>
        </p:nvSpPr>
        <p:spPr>
          <a:xfrm>
            <a:off x="13087350" y="6162675"/>
            <a:ext cx="25336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55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55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Coupled Edit</a:t>
            </a:r>
          </a:p>
        </p:txBody>
      </p:sp>
      <p:sp>
        <p:nvSpPr>
          <p:cNvPr id="314" name="Memory hierarchy GB 1">
            <a:extLst>
              <a:ext uri="{FF2B5EF4-FFF2-40B4-BE49-F238E27FC236}">
                <a16:creationId xmlns:a16="http://schemas.microsoft.com/office/drawing/2014/main" id="{5C1AD77C-D983-4D05-9C19-96D917C06B5C}"/>
              </a:ext>
            </a:extLst>
          </p:cNvPr>
          <p:cNvSpPr>
            <a:spLocks noGrp="1"/>
          </p:cNvSpPr>
          <p:nvPr/>
        </p:nvSpPr>
        <p:spPr>
          <a:xfrm>
            <a:off x="18707100" y="2343150"/>
            <a:ext cx="876300" cy="276225"/>
          </a:xfrm>
          <a:prstGeom prst="rect">
            <a:avLst/>
          </a:prstGeom>
          <a:solidFill>
            <a:srgbClr val="8FAFBE"/>
          </a:solidFill>
          <a:ln w="1143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5" name="Label GB 1">
            <a:extLst>
              <a:ext uri="{FF2B5EF4-FFF2-40B4-BE49-F238E27FC236}">
                <a16:creationId xmlns:a16="http://schemas.microsoft.com/office/drawing/2014/main" id="{22594995-96CF-4145-B861-075B94C45D91}"/>
              </a:ext>
            </a:extLst>
          </p:cNvPr>
          <p:cNvSpPr>
            <a:spLocks noGrp="1"/>
          </p:cNvSpPr>
          <p:nvPr/>
        </p:nvSpPr>
        <p:spPr>
          <a:xfrm>
            <a:off x="18707100" y="2343150"/>
            <a:ext cx="8763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0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GB</a:t>
            </a:r>
          </a:p>
        </p:txBody>
      </p:sp>
      <p:sp>
        <p:nvSpPr>
          <p:cNvPr id="316" name="Memory hierarchy LB 1">
            <a:extLst>
              <a:ext uri="{FF2B5EF4-FFF2-40B4-BE49-F238E27FC236}">
                <a16:creationId xmlns:a16="http://schemas.microsoft.com/office/drawing/2014/main" id="{519E056B-C603-4509-A17F-14C8C1BF0911}"/>
              </a:ext>
            </a:extLst>
          </p:cNvPr>
          <p:cNvSpPr>
            <a:spLocks noGrp="1"/>
          </p:cNvSpPr>
          <p:nvPr/>
        </p:nvSpPr>
        <p:spPr>
          <a:xfrm>
            <a:off x="18707100" y="2752725"/>
            <a:ext cx="876300" cy="276225"/>
          </a:xfrm>
          <a:prstGeom prst="rect">
            <a:avLst/>
          </a:prstGeom>
          <a:solidFill>
            <a:srgbClr val="91B2A5"/>
          </a:solidFill>
          <a:ln w="1143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7" name="Label LB 1">
            <a:extLst>
              <a:ext uri="{FF2B5EF4-FFF2-40B4-BE49-F238E27FC236}">
                <a16:creationId xmlns:a16="http://schemas.microsoft.com/office/drawing/2014/main" id="{FC791265-8F99-463B-93AD-7E57AAF317F1}"/>
              </a:ext>
            </a:extLst>
          </p:cNvPr>
          <p:cNvSpPr>
            <a:spLocks noGrp="1"/>
          </p:cNvSpPr>
          <p:nvPr/>
        </p:nvSpPr>
        <p:spPr>
          <a:xfrm>
            <a:off x="18707100" y="2752725"/>
            <a:ext cx="8763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0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LB</a:t>
            </a:r>
          </a:p>
        </p:txBody>
      </p:sp>
      <p:sp>
        <p:nvSpPr>
          <p:cNvPr id="318" name="Connection 144">
            <a:extLst>
              <a:ext uri="{FF2B5EF4-FFF2-40B4-BE49-F238E27FC236}">
                <a16:creationId xmlns:a16="http://schemas.microsoft.com/office/drawing/2014/main" id="{841F35A8-38A5-447E-899D-EB71E133D768}"/>
              </a:ext>
            </a:extLst>
          </p:cNvPr>
          <p:cNvSpPr>
            <a:spLocks noGrp="1"/>
          </p:cNvSpPr>
          <p:nvPr/>
        </p:nvSpPr>
        <p:spPr>
          <a:xfrm>
            <a:off x="19145250" y="2638425"/>
            <a:ext cx="953" cy="95250"/>
          </a:xfrm>
          <a:custGeom>
            <a:avLst/>
            <a:gdLst/>
            <a:ahLst/>
            <a:cxnLst/>
            <a:rect l="0" t="0" r="0" b="0"/>
            <a:pathLst>
              <a:path w="953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2383">
            <a:solidFill>
              <a:srgbClr val="2534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9" name="Arrowhead 41">
            <a:extLst>
              <a:ext uri="{FF2B5EF4-FFF2-40B4-BE49-F238E27FC236}">
                <a16:creationId xmlns:a16="http://schemas.microsoft.com/office/drawing/2014/main" id="{3043E39F-BB8C-46B2-9676-E462115BA670}"/>
              </a:ext>
            </a:extLst>
          </p:cNvPr>
          <p:cNvSpPr>
            <a:spLocks noGrp="1"/>
          </p:cNvSpPr>
          <p:nvPr/>
        </p:nvSpPr>
        <p:spPr>
          <a:xfrm>
            <a:off x="19118961" y="2676525"/>
            <a:ext cx="52578" cy="57150"/>
          </a:xfrm>
          <a:custGeom>
            <a:avLst/>
            <a:gdLst/>
            <a:ahLst/>
            <a:cxnLst/>
            <a:rect l="0" t="0" r="0" b="0"/>
            <a:pathLst>
              <a:path w="52578" h="57150">
                <a:moveTo>
                  <a:pt x="26289" y="57150"/>
                </a:moveTo>
                <a:lnTo>
                  <a:pt x="0" y="0"/>
                </a:lnTo>
                <a:lnTo>
                  <a:pt x="52578" y="0"/>
                </a:lnTo>
                <a:close/>
              </a:path>
            </a:pathLst>
          </a:custGeom>
          <a:solidFill>
            <a:srgbClr val="25343E"/>
          </a:solidFill>
          <a:ln w="2858">
            <a:solidFill>
              <a:srgbClr val="2534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0" name="Memory hierarchy RF 1">
            <a:extLst>
              <a:ext uri="{FF2B5EF4-FFF2-40B4-BE49-F238E27FC236}">
                <a16:creationId xmlns:a16="http://schemas.microsoft.com/office/drawing/2014/main" id="{2F418C42-FABF-4986-AC26-2F0F6F64C563}"/>
              </a:ext>
            </a:extLst>
          </p:cNvPr>
          <p:cNvSpPr>
            <a:spLocks noGrp="1"/>
          </p:cNvSpPr>
          <p:nvPr/>
        </p:nvSpPr>
        <p:spPr>
          <a:xfrm>
            <a:off x="18707100" y="3162300"/>
            <a:ext cx="876300" cy="276225"/>
          </a:xfrm>
          <a:prstGeom prst="rect">
            <a:avLst/>
          </a:prstGeom>
          <a:solidFill>
            <a:srgbClr val="CFB67D"/>
          </a:solidFill>
          <a:ln w="1143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1" name="Label RF 1">
            <a:extLst>
              <a:ext uri="{FF2B5EF4-FFF2-40B4-BE49-F238E27FC236}">
                <a16:creationId xmlns:a16="http://schemas.microsoft.com/office/drawing/2014/main" id="{1B3D1444-ACE0-45AD-8E2B-E2D39C1BC1BE}"/>
              </a:ext>
            </a:extLst>
          </p:cNvPr>
          <p:cNvSpPr>
            <a:spLocks noGrp="1"/>
          </p:cNvSpPr>
          <p:nvPr/>
        </p:nvSpPr>
        <p:spPr>
          <a:xfrm>
            <a:off x="18707100" y="3162300"/>
            <a:ext cx="8763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0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RF</a:t>
            </a:r>
          </a:p>
        </p:txBody>
      </p:sp>
      <p:sp>
        <p:nvSpPr>
          <p:cNvPr id="322" name="Connection 145">
            <a:extLst>
              <a:ext uri="{FF2B5EF4-FFF2-40B4-BE49-F238E27FC236}">
                <a16:creationId xmlns:a16="http://schemas.microsoft.com/office/drawing/2014/main" id="{027296EF-021B-40BE-A8BF-969D69F07E29}"/>
              </a:ext>
            </a:extLst>
          </p:cNvPr>
          <p:cNvSpPr>
            <a:spLocks noGrp="1"/>
          </p:cNvSpPr>
          <p:nvPr/>
        </p:nvSpPr>
        <p:spPr>
          <a:xfrm>
            <a:off x="19145250" y="3048000"/>
            <a:ext cx="953" cy="95250"/>
          </a:xfrm>
          <a:custGeom>
            <a:avLst/>
            <a:gdLst/>
            <a:ahLst/>
            <a:cxnLst/>
            <a:rect l="0" t="0" r="0" b="0"/>
            <a:pathLst>
              <a:path w="953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2383">
            <a:solidFill>
              <a:srgbClr val="2534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3" name="Arrowhead 42">
            <a:extLst>
              <a:ext uri="{FF2B5EF4-FFF2-40B4-BE49-F238E27FC236}">
                <a16:creationId xmlns:a16="http://schemas.microsoft.com/office/drawing/2014/main" id="{5A8D33F4-E42E-4B08-938D-CF6EECE428E4}"/>
              </a:ext>
            </a:extLst>
          </p:cNvPr>
          <p:cNvSpPr>
            <a:spLocks noGrp="1"/>
          </p:cNvSpPr>
          <p:nvPr/>
        </p:nvSpPr>
        <p:spPr>
          <a:xfrm>
            <a:off x="19118961" y="3086100"/>
            <a:ext cx="52578" cy="57150"/>
          </a:xfrm>
          <a:custGeom>
            <a:avLst/>
            <a:gdLst/>
            <a:ahLst/>
            <a:cxnLst/>
            <a:rect l="0" t="0" r="0" b="0"/>
            <a:pathLst>
              <a:path w="52578" h="57150">
                <a:moveTo>
                  <a:pt x="26289" y="57150"/>
                </a:moveTo>
                <a:lnTo>
                  <a:pt x="0" y="0"/>
                </a:lnTo>
                <a:lnTo>
                  <a:pt x="52578" y="0"/>
                </a:lnTo>
                <a:close/>
              </a:path>
            </a:pathLst>
          </a:custGeom>
          <a:solidFill>
            <a:srgbClr val="25343E"/>
          </a:solidFill>
          <a:ln w="2858">
            <a:solidFill>
              <a:srgbClr val="2534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4" name="Memory hierarchy PE 1">
            <a:extLst>
              <a:ext uri="{FF2B5EF4-FFF2-40B4-BE49-F238E27FC236}">
                <a16:creationId xmlns:a16="http://schemas.microsoft.com/office/drawing/2014/main" id="{BF8B574B-4701-4DB3-BC16-9B64E795DB42}"/>
              </a:ext>
            </a:extLst>
          </p:cNvPr>
          <p:cNvSpPr>
            <a:spLocks noGrp="1"/>
          </p:cNvSpPr>
          <p:nvPr/>
        </p:nvSpPr>
        <p:spPr>
          <a:xfrm>
            <a:off x="18707100" y="3571875"/>
            <a:ext cx="876300" cy="276225"/>
          </a:xfrm>
          <a:prstGeom prst="rect">
            <a:avLst/>
          </a:prstGeom>
          <a:solidFill>
            <a:srgbClr val="C09583"/>
          </a:solidFill>
          <a:ln w="1143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5" name="Label PE 1">
            <a:extLst>
              <a:ext uri="{FF2B5EF4-FFF2-40B4-BE49-F238E27FC236}">
                <a16:creationId xmlns:a16="http://schemas.microsoft.com/office/drawing/2014/main" id="{ED723F07-61A3-4294-947D-31BD10721098}"/>
              </a:ext>
            </a:extLst>
          </p:cNvPr>
          <p:cNvSpPr>
            <a:spLocks noGrp="1"/>
          </p:cNvSpPr>
          <p:nvPr/>
        </p:nvSpPr>
        <p:spPr>
          <a:xfrm>
            <a:off x="18707100" y="3571875"/>
            <a:ext cx="8763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0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PE</a:t>
            </a:r>
          </a:p>
        </p:txBody>
      </p:sp>
      <p:sp>
        <p:nvSpPr>
          <p:cNvPr id="326" name="Connection 146">
            <a:extLst>
              <a:ext uri="{FF2B5EF4-FFF2-40B4-BE49-F238E27FC236}">
                <a16:creationId xmlns:a16="http://schemas.microsoft.com/office/drawing/2014/main" id="{B97C3535-E7A3-4E93-9943-360141B156A4}"/>
              </a:ext>
            </a:extLst>
          </p:cNvPr>
          <p:cNvSpPr>
            <a:spLocks noGrp="1"/>
          </p:cNvSpPr>
          <p:nvPr/>
        </p:nvSpPr>
        <p:spPr>
          <a:xfrm>
            <a:off x="19145250" y="3457575"/>
            <a:ext cx="953" cy="95250"/>
          </a:xfrm>
          <a:custGeom>
            <a:avLst/>
            <a:gdLst/>
            <a:ahLst/>
            <a:cxnLst/>
            <a:rect l="0" t="0" r="0" b="0"/>
            <a:pathLst>
              <a:path w="953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2383">
            <a:solidFill>
              <a:srgbClr val="2534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7" name="Arrowhead 43">
            <a:extLst>
              <a:ext uri="{FF2B5EF4-FFF2-40B4-BE49-F238E27FC236}">
                <a16:creationId xmlns:a16="http://schemas.microsoft.com/office/drawing/2014/main" id="{54D8DD27-4A3F-4043-B949-C190D392B70D}"/>
              </a:ext>
            </a:extLst>
          </p:cNvPr>
          <p:cNvSpPr>
            <a:spLocks noGrp="1"/>
          </p:cNvSpPr>
          <p:nvPr/>
        </p:nvSpPr>
        <p:spPr>
          <a:xfrm>
            <a:off x="19118961" y="3495675"/>
            <a:ext cx="52578" cy="57150"/>
          </a:xfrm>
          <a:custGeom>
            <a:avLst/>
            <a:gdLst/>
            <a:ahLst/>
            <a:cxnLst/>
            <a:rect l="0" t="0" r="0" b="0"/>
            <a:pathLst>
              <a:path w="52578" h="57150">
                <a:moveTo>
                  <a:pt x="26289" y="57150"/>
                </a:moveTo>
                <a:lnTo>
                  <a:pt x="0" y="0"/>
                </a:lnTo>
                <a:lnTo>
                  <a:pt x="52578" y="0"/>
                </a:lnTo>
                <a:close/>
              </a:path>
            </a:pathLst>
          </a:custGeom>
          <a:solidFill>
            <a:srgbClr val="25343E"/>
          </a:solidFill>
          <a:ln w="2858">
            <a:solidFill>
              <a:srgbClr val="2534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8" name="Independent accumulator 1">
            <a:extLst>
              <a:ext uri="{FF2B5EF4-FFF2-40B4-BE49-F238E27FC236}">
                <a16:creationId xmlns:a16="http://schemas.microsoft.com/office/drawing/2014/main" id="{6C1BB70F-BFB8-42AD-8191-CFF327B46271}"/>
              </a:ext>
            </a:extLst>
          </p:cNvPr>
          <p:cNvSpPr>
            <a:spLocks noGrp="1"/>
          </p:cNvSpPr>
          <p:nvPr/>
        </p:nvSpPr>
        <p:spPr>
          <a:xfrm>
            <a:off x="20402550" y="2752725"/>
            <a:ext cx="885825" cy="276225"/>
          </a:xfrm>
          <a:prstGeom prst="rect">
            <a:avLst/>
          </a:prstGeom>
          <a:solidFill>
            <a:srgbClr val="DDE6EB"/>
          </a:solidFill>
          <a:ln w="1143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9" name="Label ACC 1">
            <a:extLst>
              <a:ext uri="{FF2B5EF4-FFF2-40B4-BE49-F238E27FC236}">
                <a16:creationId xmlns:a16="http://schemas.microsoft.com/office/drawing/2014/main" id="{1244A074-88FC-42FD-A652-D295EC7FCA08}"/>
              </a:ext>
            </a:extLst>
          </p:cNvPr>
          <p:cNvSpPr>
            <a:spLocks noGrp="1"/>
          </p:cNvSpPr>
          <p:nvPr/>
        </p:nvSpPr>
        <p:spPr>
          <a:xfrm>
            <a:off x="20402550" y="2752725"/>
            <a:ext cx="8858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0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ACC</a:t>
            </a:r>
          </a:p>
        </p:txBody>
      </p:sp>
      <p:sp>
        <p:nvSpPr>
          <p:cNvPr id="330" name="Connection 147">
            <a:extLst>
              <a:ext uri="{FF2B5EF4-FFF2-40B4-BE49-F238E27FC236}">
                <a16:creationId xmlns:a16="http://schemas.microsoft.com/office/drawing/2014/main" id="{E6C7A57C-47CA-4374-A487-CA3E260609ED}"/>
              </a:ext>
            </a:extLst>
          </p:cNvPr>
          <p:cNvSpPr>
            <a:spLocks noGrp="1"/>
          </p:cNvSpPr>
          <p:nvPr/>
        </p:nvSpPr>
        <p:spPr>
          <a:xfrm>
            <a:off x="19611975" y="2890838"/>
            <a:ext cx="752475" cy="953"/>
          </a:xfrm>
          <a:custGeom>
            <a:avLst/>
            <a:gdLst/>
            <a:ahLst/>
            <a:cxnLst/>
            <a:rect l="0" t="0" r="0" b="0"/>
            <a:pathLst>
              <a:path w="752475" h="953">
                <a:moveTo>
                  <a:pt x="0" y="0"/>
                </a:moveTo>
                <a:lnTo>
                  <a:pt x="752475" y="0"/>
                </a:lnTo>
              </a:path>
            </a:pathLst>
          </a:custGeom>
          <a:noFill/>
          <a:ln w="14288">
            <a:solidFill>
              <a:srgbClr val="2534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1" name="Arrowhead 44">
            <a:extLst>
              <a:ext uri="{FF2B5EF4-FFF2-40B4-BE49-F238E27FC236}">
                <a16:creationId xmlns:a16="http://schemas.microsoft.com/office/drawing/2014/main" id="{3DCF087E-FBFF-44AB-8896-1AE58168C5F6}"/>
              </a:ext>
            </a:extLst>
          </p:cNvPr>
          <p:cNvSpPr>
            <a:spLocks noGrp="1"/>
          </p:cNvSpPr>
          <p:nvPr/>
        </p:nvSpPr>
        <p:spPr>
          <a:xfrm>
            <a:off x="20297775" y="2860167"/>
            <a:ext cx="66675" cy="61341"/>
          </a:xfrm>
          <a:custGeom>
            <a:avLst/>
            <a:gdLst/>
            <a:ahLst/>
            <a:cxnLst/>
            <a:rect l="0" t="0" r="0" b="0"/>
            <a:pathLst>
              <a:path w="66675" h="61341">
                <a:moveTo>
                  <a:pt x="66675" y="30671"/>
                </a:moveTo>
                <a:lnTo>
                  <a:pt x="0" y="61341"/>
                </a:lnTo>
                <a:lnTo>
                  <a:pt x="0" y="0"/>
                </a:lnTo>
                <a:close/>
              </a:path>
            </a:pathLst>
          </a:custGeom>
          <a:solidFill>
            <a:srgbClr val="25343E"/>
          </a:solidFill>
          <a:ln w="2858">
            <a:solidFill>
              <a:srgbClr val="2534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2" name="Arrowhead 45">
            <a:extLst>
              <a:ext uri="{FF2B5EF4-FFF2-40B4-BE49-F238E27FC236}">
                <a16:creationId xmlns:a16="http://schemas.microsoft.com/office/drawing/2014/main" id="{C312F793-7425-4F21-AD50-5430328E3F1F}"/>
              </a:ext>
            </a:extLst>
          </p:cNvPr>
          <p:cNvSpPr>
            <a:spLocks noGrp="1"/>
          </p:cNvSpPr>
          <p:nvPr/>
        </p:nvSpPr>
        <p:spPr>
          <a:xfrm>
            <a:off x="19611975" y="2860167"/>
            <a:ext cx="66675" cy="61341"/>
          </a:xfrm>
          <a:custGeom>
            <a:avLst/>
            <a:gdLst/>
            <a:ahLst/>
            <a:cxnLst/>
            <a:rect l="0" t="0" r="0" b="0"/>
            <a:pathLst>
              <a:path w="66675" h="61341">
                <a:moveTo>
                  <a:pt x="0" y="30671"/>
                </a:moveTo>
                <a:lnTo>
                  <a:pt x="66675" y="0"/>
                </a:lnTo>
                <a:lnTo>
                  <a:pt x="66675" y="61341"/>
                </a:lnTo>
                <a:close/>
              </a:path>
            </a:pathLst>
          </a:custGeom>
          <a:solidFill>
            <a:srgbClr val="25343E"/>
          </a:solidFill>
          <a:ln w="2858">
            <a:solidFill>
              <a:srgbClr val="2534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4" name="Chip front 8">
            <a:extLst>
              <a:ext uri="{FF2B5EF4-FFF2-40B4-BE49-F238E27FC236}">
                <a16:creationId xmlns:a16="http://schemas.microsoft.com/office/drawing/2014/main" id="{D65BA1B3-D113-444F-A8D2-269B52DB8A7A}"/>
              </a:ext>
            </a:extLst>
          </p:cNvPr>
          <p:cNvSpPr>
            <a:spLocks noGrp="1"/>
          </p:cNvSpPr>
          <p:nvPr/>
        </p:nvSpPr>
        <p:spPr>
          <a:xfrm>
            <a:off x="16811625" y="4533900"/>
            <a:ext cx="714375" cy="47625"/>
          </a:xfrm>
          <a:custGeom>
            <a:avLst/>
            <a:gdLst/>
            <a:ahLst/>
            <a:cxnLst/>
            <a:rect l="0" t="0" r="0" b="0"/>
            <a:pathLst>
              <a:path w="714375" h="47625">
                <a:moveTo>
                  <a:pt x="0" y="0"/>
                </a:moveTo>
                <a:lnTo>
                  <a:pt x="714375" y="0"/>
                </a:lnTo>
                <a:lnTo>
                  <a:pt x="714375" y="47625"/>
                </a:lnTo>
                <a:lnTo>
                  <a:pt x="0" y="47625"/>
                </a:lnTo>
                <a:close/>
              </a:path>
            </a:pathLst>
          </a:custGeom>
          <a:solidFill>
            <a:srgbClr val="BEC3C6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5" name="Chip side 8">
            <a:extLst>
              <a:ext uri="{FF2B5EF4-FFF2-40B4-BE49-F238E27FC236}">
                <a16:creationId xmlns:a16="http://schemas.microsoft.com/office/drawing/2014/main" id="{1F89CF93-3792-4D90-AA1D-10098C0DC6EA}"/>
              </a:ext>
            </a:extLst>
          </p:cNvPr>
          <p:cNvSpPr>
            <a:spLocks noGrp="1"/>
          </p:cNvSpPr>
          <p:nvPr/>
        </p:nvSpPr>
        <p:spPr>
          <a:xfrm>
            <a:off x="17526000" y="4048125"/>
            <a:ext cx="114300" cy="533400"/>
          </a:xfrm>
          <a:custGeom>
            <a:avLst/>
            <a:gdLst/>
            <a:ahLst/>
            <a:cxnLst/>
            <a:rect l="0" t="0" r="0" b="0"/>
            <a:pathLst>
              <a:path w="114300" h="533400">
                <a:moveTo>
                  <a:pt x="114300" y="0"/>
                </a:moveTo>
                <a:lnTo>
                  <a:pt x="114300" y="47625"/>
                </a:lnTo>
                <a:lnTo>
                  <a:pt x="0" y="533400"/>
                </a:lnTo>
                <a:lnTo>
                  <a:pt x="0" y="485775"/>
                </a:lnTo>
                <a:close/>
              </a:path>
            </a:pathLst>
          </a:custGeom>
          <a:solidFill>
            <a:srgbClr val="AAAFB2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6" name="Chip top 8">
            <a:extLst>
              <a:ext uri="{FF2B5EF4-FFF2-40B4-BE49-F238E27FC236}">
                <a16:creationId xmlns:a16="http://schemas.microsoft.com/office/drawing/2014/main" id="{F150E5D5-DC63-41AF-BC91-E149C35AEA24}"/>
              </a:ext>
            </a:extLst>
          </p:cNvPr>
          <p:cNvSpPr>
            <a:spLocks noGrp="1"/>
          </p:cNvSpPr>
          <p:nvPr/>
        </p:nvSpPr>
        <p:spPr>
          <a:xfrm>
            <a:off x="16811625" y="4048125"/>
            <a:ext cx="828675" cy="485775"/>
          </a:xfrm>
          <a:custGeom>
            <a:avLst/>
            <a:gdLst/>
            <a:ahLst/>
            <a:cxnLst/>
            <a:rect l="0" t="0" r="0" b="0"/>
            <a:pathLst>
              <a:path w="828675" h="485775">
                <a:moveTo>
                  <a:pt x="114300" y="0"/>
                </a:moveTo>
                <a:lnTo>
                  <a:pt x="828675" y="0"/>
                </a:lnTo>
                <a:lnTo>
                  <a:pt x="714375" y="485775"/>
                </a:lnTo>
                <a:lnTo>
                  <a:pt x="0" y="485775"/>
                </a:lnTo>
                <a:close/>
              </a:path>
            </a:pathLst>
          </a:custGeom>
          <a:solidFill>
            <a:srgbClr val="DAE0E4"/>
          </a:solidFill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7" name="Chip front 9">
            <a:extLst>
              <a:ext uri="{FF2B5EF4-FFF2-40B4-BE49-F238E27FC236}">
                <a16:creationId xmlns:a16="http://schemas.microsoft.com/office/drawing/2014/main" id="{740302B5-B61D-4901-A3C4-5C1D543BE589}"/>
              </a:ext>
            </a:extLst>
          </p:cNvPr>
          <p:cNvSpPr>
            <a:spLocks noGrp="1"/>
          </p:cNvSpPr>
          <p:nvPr/>
        </p:nvSpPr>
        <p:spPr>
          <a:xfrm>
            <a:off x="16764000" y="4581525"/>
            <a:ext cx="714375" cy="47625"/>
          </a:xfrm>
          <a:custGeom>
            <a:avLst/>
            <a:gdLst/>
            <a:ahLst/>
            <a:cxnLst/>
            <a:rect l="0" t="0" r="0" b="0"/>
            <a:pathLst>
              <a:path w="714375" h="47625">
                <a:moveTo>
                  <a:pt x="0" y="0"/>
                </a:moveTo>
                <a:lnTo>
                  <a:pt x="714375" y="0"/>
                </a:lnTo>
                <a:lnTo>
                  <a:pt x="714375" y="47625"/>
                </a:lnTo>
                <a:lnTo>
                  <a:pt x="0" y="47625"/>
                </a:lnTo>
                <a:close/>
              </a:path>
            </a:pathLst>
          </a:custGeom>
          <a:solidFill>
            <a:srgbClr val="BEC3C6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8" name="Chip side 9">
            <a:extLst>
              <a:ext uri="{FF2B5EF4-FFF2-40B4-BE49-F238E27FC236}">
                <a16:creationId xmlns:a16="http://schemas.microsoft.com/office/drawing/2014/main" id="{C7950C83-E27A-4449-A9EE-299C1C9874C1}"/>
              </a:ext>
            </a:extLst>
          </p:cNvPr>
          <p:cNvSpPr>
            <a:spLocks noGrp="1"/>
          </p:cNvSpPr>
          <p:nvPr/>
        </p:nvSpPr>
        <p:spPr>
          <a:xfrm>
            <a:off x="17478375" y="4095750"/>
            <a:ext cx="114300" cy="533400"/>
          </a:xfrm>
          <a:custGeom>
            <a:avLst/>
            <a:gdLst/>
            <a:ahLst/>
            <a:cxnLst/>
            <a:rect l="0" t="0" r="0" b="0"/>
            <a:pathLst>
              <a:path w="114300" h="533400">
                <a:moveTo>
                  <a:pt x="114300" y="0"/>
                </a:moveTo>
                <a:lnTo>
                  <a:pt x="114300" y="47625"/>
                </a:lnTo>
                <a:lnTo>
                  <a:pt x="0" y="533400"/>
                </a:lnTo>
                <a:lnTo>
                  <a:pt x="0" y="485775"/>
                </a:lnTo>
                <a:close/>
              </a:path>
            </a:pathLst>
          </a:custGeom>
          <a:solidFill>
            <a:srgbClr val="AAAFB2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9" name="Chip top 9">
            <a:extLst>
              <a:ext uri="{FF2B5EF4-FFF2-40B4-BE49-F238E27FC236}">
                <a16:creationId xmlns:a16="http://schemas.microsoft.com/office/drawing/2014/main" id="{8CE2D9A3-80DA-4C4A-A3C8-A124A7ECFF7B}"/>
              </a:ext>
            </a:extLst>
          </p:cNvPr>
          <p:cNvSpPr>
            <a:spLocks noGrp="1"/>
          </p:cNvSpPr>
          <p:nvPr/>
        </p:nvSpPr>
        <p:spPr>
          <a:xfrm>
            <a:off x="16764000" y="4095750"/>
            <a:ext cx="828675" cy="485775"/>
          </a:xfrm>
          <a:custGeom>
            <a:avLst/>
            <a:gdLst/>
            <a:ahLst/>
            <a:cxnLst/>
            <a:rect l="0" t="0" r="0" b="0"/>
            <a:pathLst>
              <a:path w="828675" h="485775">
                <a:moveTo>
                  <a:pt x="114300" y="0"/>
                </a:moveTo>
                <a:lnTo>
                  <a:pt x="828675" y="0"/>
                </a:lnTo>
                <a:lnTo>
                  <a:pt x="714375" y="485775"/>
                </a:lnTo>
                <a:lnTo>
                  <a:pt x="0" y="485775"/>
                </a:lnTo>
                <a:close/>
              </a:path>
            </a:pathLst>
          </a:custGeom>
          <a:solidFill>
            <a:srgbClr val="DAE0E4"/>
          </a:solidFill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0" name="Chip front 10">
            <a:extLst>
              <a:ext uri="{FF2B5EF4-FFF2-40B4-BE49-F238E27FC236}">
                <a16:creationId xmlns:a16="http://schemas.microsoft.com/office/drawing/2014/main" id="{7A9F4F91-0085-40A7-A04E-023C56AC303A}"/>
              </a:ext>
            </a:extLst>
          </p:cNvPr>
          <p:cNvSpPr>
            <a:spLocks noGrp="1"/>
          </p:cNvSpPr>
          <p:nvPr/>
        </p:nvSpPr>
        <p:spPr>
          <a:xfrm>
            <a:off x="16716375" y="4629150"/>
            <a:ext cx="714375" cy="47625"/>
          </a:xfrm>
          <a:custGeom>
            <a:avLst/>
            <a:gdLst/>
            <a:ahLst/>
            <a:cxnLst/>
            <a:rect l="0" t="0" r="0" b="0"/>
            <a:pathLst>
              <a:path w="714375" h="47625">
                <a:moveTo>
                  <a:pt x="0" y="0"/>
                </a:moveTo>
                <a:lnTo>
                  <a:pt x="714375" y="0"/>
                </a:lnTo>
                <a:lnTo>
                  <a:pt x="714375" y="47625"/>
                </a:lnTo>
                <a:lnTo>
                  <a:pt x="0" y="47625"/>
                </a:lnTo>
                <a:close/>
              </a:path>
            </a:pathLst>
          </a:custGeom>
          <a:solidFill>
            <a:srgbClr val="BEC3C6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1" name="Chip side 10">
            <a:extLst>
              <a:ext uri="{FF2B5EF4-FFF2-40B4-BE49-F238E27FC236}">
                <a16:creationId xmlns:a16="http://schemas.microsoft.com/office/drawing/2014/main" id="{7613471B-FEF6-4777-8AED-2EBD5721BCA9}"/>
              </a:ext>
            </a:extLst>
          </p:cNvPr>
          <p:cNvSpPr>
            <a:spLocks noGrp="1"/>
          </p:cNvSpPr>
          <p:nvPr/>
        </p:nvSpPr>
        <p:spPr>
          <a:xfrm>
            <a:off x="17430750" y="4143375"/>
            <a:ext cx="114300" cy="533400"/>
          </a:xfrm>
          <a:custGeom>
            <a:avLst/>
            <a:gdLst/>
            <a:ahLst/>
            <a:cxnLst/>
            <a:rect l="0" t="0" r="0" b="0"/>
            <a:pathLst>
              <a:path w="114300" h="533400">
                <a:moveTo>
                  <a:pt x="114300" y="0"/>
                </a:moveTo>
                <a:lnTo>
                  <a:pt x="114300" y="47625"/>
                </a:lnTo>
                <a:lnTo>
                  <a:pt x="0" y="533400"/>
                </a:lnTo>
                <a:lnTo>
                  <a:pt x="0" y="485775"/>
                </a:lnTo>
                <a:close/>
              </a:path>
            </a:pathLst>
          </a:custGeom>
          <a:solidFill>
            <a:srgbClr val="AAAFB2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2" name="Chip top 10">
            <a:extLst>
              <a:ext uri="{FF2B5EF4-FFF2-40B4-BE49-F238E27FC236}">
                <a16:creationId xmlns:a16="http://schemas.microsoft.com/office/drawing/2014/main" id="{051C822B-FC73-47AE-B3B6-F3559FA82D45}"/>
              </a:ext>
            </a:extLst>
          </p:cNvPr>
          <p:cNvSpPr>
            <a:spLocks noGrp="1"/>
          </p:cNvSpPr>
          <p:nvPr/>
        </p:nvSpPr>
        <p:spPr>
          <a:xfrm>
            <a:off x="16716375" y="4143375"/>
            <a:ext cx="828675" cy="485775"/>
          </a:xfrm>
          <a:custGeom>
            <a:avLst/>
            <a:gdLst/>
            <a:ahLst/>
            <a:cxnLst/>
            <a:rect l="0" t="0" r="0" b="0"/>
            <a:pathLst>
              <a:path w="828675" h="485775">
                <a:moveTo>
                  <a:pt x="114300" y="0"/>
                </a:moveTo>
                <a:lnTo>
                  <a:pt x="828675" y="0"/>
                </a:lnTo>
                <a:lnTo>
                  <a:pt x="714375" y="485775"/>
                </a:lnTo>
                <a:lnTo>
                  <a:pt x="0" y="485775"/>
                </a:lnTo>
                <a:close/>
              </a:path>
            </a:pathLst>
          </a:custGeom>
          <a:solidFill>
            <a:srgbClr val="DAE0E4"/>
          </a:solidFill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3" name="Chip front 11">
            <a:extLst>
              <a:ext uri="{FF2B5EF4-FFF2-40B4-BE49-F238E27FC236}">
                <a16:creationId xmlns:a16="http://schemas.microsoft.com/office/drawing/2014/main" id="{EF475193-4D9E-493A-BDB1-584033EEB4D4}"/>
              </a:ext>
            </a:extLst>
          </p:cNvPr>
          <p:cNvSpPr>
            <a:spLocks noGrp="1"/>
          </p:cNvSpPr>
          <p:nvPr/>
        </p:nvSpPr>
        <p:spPr>
          <a:xfrm>
            <a:off x="16668750" y="4676775"/>
            <a:ext cx="714375" cy="47625"/>
          </a:xfrm>
          <a:custGeom>
            <a:avLst/>
            <a:gdLst/>
            <a:ahLst/>
            <a:cxnLst/>
            <a:rect l="0" t="0" r="0" b="0"/>
            <a:pathLst>
              <a:path w="714375" h="47625">
                <a:moveTo>
                  <a:pt x="0" y="0"/>
                </a:moveTo>
                <a:lnTo>
                  <a:pt x="714375" y="0"/>
                </a:lnTo>
                <a:lnTo>
                  <a:pt x="714375" y="47625"/>
                </a:lnTo>
                <a:lnTo>
                  <a:pt x="0" y="47625"/>
                </a:lnTo>
                <a:close/>
              </a:path>
            </a:pathLst>
          </a:custGeom>
          <a:solidFill>
            <a:srgbClr val="BEC3C6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4" name="Chip side 11">
            <a:extLst>
              <a:ext uri="{FF2B5EF4-FFF2-40B4-BE49-F238E27FC236}">
                <a16:creationId xmlns:a16="http://schemas.microsoft.com/office/drawing/2014/main" id="{E64E3A3F-CB4E-47DA-A898-6780D9881947}"/>
              </a:ext>
            </a:extLst>
          </p:cNvPr>
          <p:cNvSpPr>
            <a:spLocks noGrp="1"/>
          </p:cNvSpPr>
          <p:nvPr/>
        </p:nvSpPr>
        <p:spPr>
          <a:xfrm>
            <a:off x="17383125" y="4191000"/>
            <a:ext cx="114300" cy="533400"/>
          </a:xfrm>
          <a:custGeom>
            <a:avLst/>
            <a:gdLst/>
            <a:ahLst/>
            <a:cxnLst/>
            <a:rect l="0" t="0" r="0" b="0"/>
            <a:pathLst>
              <a:path w="114300" h="533400">
                <a:moveTo>
                  <a:pt x="114300" y="0"/>
                </a:moveTo>
                <a:lnTo>
                  <a:pt x="114300" y="47625"/>
                </a:lnTo>
                <a:lnTo>
                  <a:pt x="0" y="533400"/>
                </a:lnTo>
                <a:lnTo>
                  <a:pt x="0" y="485775"/>
                </a:lnTo>
                <a:close/>
              </a:path>
            </a:pathLst>
          </a:custGeom>
          <a:solidFill>
            <a:srgbClr val="AAAFB2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5" name="Chip top 11">
            <a:extLst>
              <a:ext uri="{FF2B5EF4-FFF2-40B4-BE49-F238E27FC236}">
                <a16:creationId xmlns:a16="http://schemas.microsoft.com/office/drawing/2014/main" id="{2A547DC0-BB0A-4471-B40B-74DCD900B82D}"/>
              </a:ext>
            </a:extLst>
          </p:cNvPr>
          <p:cNvSpPr>
            <a:spLocks noGrp="1"/>
          </p:cNvSpPr>
          <p:nvPr/>
        </p:nvSpPr>
        <p:spPr>
          <a:xfrm>
            <a:off x="16668750" y="4191000"/>
            <a:ext cx="828675" cy="485775"/>
          </a:xfrm>
          <a:custGeom>
            <a:avLst/>
            <a:gdLst/>
            <a:ahLst/>
            <a:cxnLst/>
            <a:rect l="0" t="0" r="0" b="0"/>
            <a:pathLst>
              <a:path w="828675" h="485775">
                <a:moveTo>
                  <a:pt x="114300" y="0"/>
                </a:moveTo>
                <a:lnTo>
                  <a:pt x="828675" y="0"/>
                </a:lnTo>
                <a:lnTo>
                  <a:pt x="714375" y="485775"/>
                </a:lnTo>
                <a:lnTo>
                  <a:pt x="0" y="485775"/>
                </a:lnTo>
                <a:close/>
              </a:path>
            </a:pathLst>
          </a:custGeom>
          <a:solidFill>
            <a:srgbClr val="DAE0E4"/>
          </a:solidFill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6" name="Chip front 12">
            <a:extLst>
              <a:ext uri="{FF2B5EF4-FFF2-40B4-BE49-F238E27FC236}">
                <a16:creationId xmlns:a16="http://schemas.microsoft.com/office/drawing/2014/main" id="{459847FC-3A40-4631-A603-3AE131DBC9EB}"/>
              </a:ext>
            </a:extLst>
          </p:cNvPr>
          <p:cNvSpPr>
            <a:spLocks noGrp="1"/>
          </p:cNvSpPr>
          <p:nvPr/>
        </p:nvSpPr>
        <p:spPr>
          <a:xfrm>
            <a:off x="16621125" y="4724400"/>
            <a:ext cx="714375" cy="47625"/>
          </a:xfrm>
          <a:custGeom>
            <a:avLst/>
            <a:gdLst/>
            <a:ahLst/>
            <a:cxnLst/>
            <a:rect l="0" t="0" r="0" b="0"/>
            <a:pathLst>
              <a:path w="714375" h="47625">
                <a:moveTo>
                  <a:pt x="0" y="0"/>
                </a:moveTo>
                <a:lnTo>
                  <a:pt x="714375" y="0"/>
                </a:lnTo>
                <a:lnTo>
                  <a:pt x="714375" y="47625"/>
                </a:lnTo>
                <a:lnTo>
                  <a:pt x="0" y="47625"/>
                </a:lnTo>
                <a:close/>
              </a:path>
            </a:pathLst>
          </a:custGeom>
          <a:solidFill>
            <a:srgbClr val="BEC3C6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7" name="Chip side 12">
            <a:extLst>
              <a:ext uri="{FF2B5EF4-FFF2-40B4-BE49-F238E27FC236}">
                <a16:creationId xmlns:a16="http://schemas.microsoft.com/office/drawing/2014/main" id="{AAF3A8AA-6381-4838-AB62-1ADD18C40343}"/>
              </a:ext>
            </a:extLst>
          </p:cNvPr>
          <p:cNvSpPr>
            <a:spLocks noGrp="1"/>
          </p:cNvSpPr>
          <p:nvPr/>
        </p:nvSpPr>
        <p:spPr>
          <a:xfrm>
            <a:off x="17335500" y="4238625"/>
            <a:ext cx="114300" cy="533400"/>
          </a:xfrm>
          <a:custGeom>
            <a:avLst/>
            <a:gdLst/>
            <a:ahLst/>
            <a:cxnLst/>
            <a:rect l="0" t="0" r="0" b="0"/>
            <a:pathLst>
              <a:path w="114300" h="533400">
                <a:moveTo>
                  <a:pt x="114300" y="0"/>
                </a:moveTo>
                <a:lnTo>
                  <a:pt x="114300" y="47625"/>
                </a:lnTo>
                <a:lnTo>
                  <a:pt x="0" y="533400"/>
                </a:lnTo>
                <a:lnTo>
                  <a:pt x="0" y="485775"/>
                </a:lnTo>
                <a:close/>
              </a:path>
            </a:pathLst>
          </a:custGeom>
          <a:solidFill>
            <a:srgbClr val="AAAFB2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8" name="Chip top 12">
            <a:extLst>
              <a:ext uri="{FF2B5EF4-FFF2-40B4-BE49-F238E27FC236}">
                <a16:creationId xmlns:a16="http://schemas.microsoft.com/office/drawing/2014/main" id="{E9FD1D17-B969-4D66-85EA-D456F64B2871}"/>
              </a:ext>
            </a:extLst>
          </p:cNvPr>
          <p:cNvSpPr>
            <a:spLocks noGrp="1"/>
          </p:cNvSpPr>
          <p:nvPr/>
        </p:nvSpPr>
        <p:spPr>
          <a:xfrm>
            <a:off x="16621125" y="4238625"/>
            <a:ext cx="828675" cy="485775"/>
          </a:xfrm>
          <a:custGeom>
            <a:avLst/>
            <a:gdLst/>
            <a:ahLst/>
            <a:cxnLst/>
            <a:rect l="0" t="0" r="0" b="0"/>
            <a:pathLst>
              <a:path w="828675" h="485775">
                <a:moveTo>
                  <a:pt x="114300" y="0"/>
                </a:moveTo>
                <a:lnTo>
                  <a:pt x="828675" y="0"/>
                </a:lnTo>
                <a:lnTo>
                  <a:pt x="714375" y="485775"/>
                </a:lnTo>
                <a:lnTo>
                  <a:pt x="0" y="485775"/>
                </a:lnTo>
                <a:close/>
              </a:path>
            </a:pathLst>
          </a:custGeom>
          <a:solidFill>
            <a:srgbClr val="DAE0E4"/>
          </a:solidFill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9" name="Label DRAM 1">
            <a:extLst>
              <a:ext uri="{FF2B5EF4-FFF2-40B4-BE49-F238E27FC236}">
                <a16:creationId xmlns:a16="http://schemas.microsoft.com/office/drawing/2014/main" id="{B7721207-55EE-4489-8F31-455037182416}"/>
              </a:ext>
            </a:extLst>
          </p:cNvPr>
          <p:cNvSpPr>
            <a:spLocks noGrp="1"/>
          </p:cNvSpPr>
          <p:nvPr/>
        </p:nvSpPr>
        <p:spPr>
          <a:xfrm>
            <a:off x="16592550" y="4305300"/>
            <a:ext cx="9144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10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DRAM</a:t>
            </a:r>
          </a:p>
        </p:txBody>
      </p:sp>
      <p:sp>
        <p:nvSpPr>
          <p:cNvPr id="350" name="Chip front 13">
            <a:extLst>
              <a:ext uri="{FF2B5EF4-FFF2-40B4-BE49-F238E27FC236}">
                <a16:creationId xmlns:a16="http://schemas.microsoft.com/office/drawing/2014/main" id="{AAD72D55-08A5-45F1-A21D-3423BBB7053D}"/>
              </a:ext>
            </a:extLst>
          </p:cNvPr>
          <p:cNvSpPr>
            <a:spLocks noGrp="1"/>
          </p:cNvSpPr>
          <p:nvPr/>
        </p:nvSpPr>
        <p:spPr>
          <a:xfrm>
            <a:off x="17811750" y="5724525"/>
            <a:ext cx="3457575" cy="85725"/>
          </a:xfrm>
          <a:custGeom>
            <a:avLst/>
            <a:gdLst/>
            <a:ahLst/>
            <a:cxnLst/>
            <a:rect l="0" t="0" r="0" b="0"/>
            <a:pathLst>
              <a:path w="3457575" h="85725">
                <a:moveTo>
                  <a:pt x="0" y="0"/>
                </a:moveTo>
                <a:lnTo>
                  <a:pt x="3457575" y="0"/>
                </a:lnTo>
                <a:lnTo>
                  <a:pt x="3457575" y="85725"/>
                </a:lnTo>
                <a:lnTo>
                  <a:pt x="0" y="85725"/>
                </a:lnTo>
                <a:close/>
              </a:path>
            </a:pathLst>
          </a:custGeom>
          <a:solidFill>
            <a:srgbClr val="CACDD0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1" name="Chip side 13">
            <a:extLst>
              <a:ext uri="{FF2B5EF4-FFF2-40B4-BE49-F238E27FC236}">
                <a16:creationId xmlns:a16="http://schemas.microsoft.com/office/drawing/2014/main" id="{C068C136-D8CA-40FE-80F1-38F98DE1755A}"/>
              </a:ext>
            </a:extLst>
          </p:cNvPr>
          <p:cNvSpPr>
            <a:spLocks noGrp="1"/>
          </p:cNvSpPr>
          <p:nvPr/>
        </p:nvSpPr>
        <p:spPr>
          <a:xfrm>
            <a:off x="21269325" y="4181475"/>
            <a:ext cx="133350" cy="1628775"/>
          </a:xfrm>
          <a:custGeom>
            <a:avLst/>
            <a:gdLst/>
            <a:ahLst/>
            <a:cxnLst/>
            <a:rect l="0" t="0" r="0" b="0"/>
            <a:pathLst>
              <a:path w="133350" h="1628775">
                <a:moveTo>
                  <a:pt x="133350" y="0"/>
                </a:moveTo>
                <a:lnTo>
                  <a:pt x="133350" y="85725"/>
                </a:lnTo>
                <a:lnTo>
                  <a:pt x="0" y="1628775"/>
                </a:lnTo>
                <a:lnTo>
                  <a:pt x="0" y="1543050"/>
                </a:lnTo>
                <a:close/>
              </a:path>
            </a:pathLst>
          </a:custGeom>
          <a:solidFill>
            <a:srgbClr val="B5B8BA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2" name="Chip top 13">
            <a:extLst>
              <a:ext uri="{FF2B5EF4-FFF2-40B4-BE49-F238E27FC236}">
                <a16:creationId xmlns:a16="http://schemas.microsoft.com/office/drawing/2014/main" id="{FCC8AE9A-6AF9-4D46-862D-25436760C5E1}"/>
              </a:ext>
            </a:extLst>
          </p:cNvPr>
          <p:cNvSpPr>
            <a:spLocks noGrp="1"/>
          </p:cNvSpPr>
          <p:nvPr/>
        </p:nvSpPr>
        <p:spPr>
          <a:xfrm>
            <a:off x="17811750" y="4181475"/>
            <a:ext cx="3590925" cy="1543050"/>
          </a:xfrm>
          <a:custGeom>
            <a:avLst/>
            <a:gdLst/>
            <a:ahLst/>
            <a:cxnLst/>
            <a:rect l="0" t="0" r="0" b="0"/>
            <a:pathLst>
              <a:path w="3590925" h="1543050">
                <a:moveTo>
                  <a:pt x="133350" y="0"/>
                </a:moveTo>
                <a:lnTo>
                  <a:pt x="3590925" y="0"/>
                </a:lnTo>
                <a:lnTo>
                  <a:pt x="3457575" y="1543050"/>
                </a:lnTo>
                <a:lnTo>
                  <a:pt x="0" y="1543050"/>
                </a:lnTo>
                <a:close/>
              </a:path>
            </a:pathLst>
          </a:custGeom>
          <a:solidFill>
            <a:srgbClr val="E8ECEF"/>
          </a:solidFill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3" name="Connection 148">
            <a:extLst>
              <a:ext uri="{FF2B5EF4-FFF2-40B4-BE49-F238E27FC236}">
                <a16:creationId xmlns:a16="http://schemas.microsoft.com/office/drawing/2014/main" id="{3D450992-2D71-4629-9F64-CC4D6D91313B}"/>
              </a:ext>
            </a:extLst>
          </p:cNvPr>
          <p:cNvSpPr>
            <a:spLocks noGrp="1"/>
          </p:cNvSpPr>
          <p:nvPr/>
        </p:nvSpPr>
        <p:spPr>
          <a:xfrm>
            <a:off x="19307175" y="4529138"/>
            <a:ext cx="457200" cy="953"/>
          </a:xfrm>
          <a:custGeom>
            <a:avLst/>
            <a:gdLst/>
            <a:ahLst/>
            <a:cxnLst/>
            <a:rect l="0" t="0" r="0" b="0"/>
            <a:pathLst>
              <a:path w="457200" h="953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24765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4" name="Arrowhead 46">
            <a:extLst>
              <a:ext uri="{FF2B5EF4-FFF2-40B4-BE49-F238E27FC236}">
                <a16:creationId xmlns:a16="http://schemas.microsoft.com/office/drawing/2014/main" id="{3F293C5A-EC95-4103-92E7-A3549F81F8B1}"/>
              </a:ext>
            </a:extLst>
          </p:cNvPr>
          <p:cNvSpPr>
            <a:spLocks noGrp="1"/>
          </p:cNvSpPr>
          <p:nvPr/>
        </p:nvSpPr>
        <p:spPr>
          <a:xfrm>
            <a:off x="19688175" y="4494086"/>
            <a:ext cx="76200" cy="70104"/>
          </a:xfrm>
          <a:custGeom>
            <a:avLst/>
            <a:gdLst/>
            <a:ahLst/>
            <a:cxnLst/>
            <a:rect l="0" t="0" r="0" b="0"/>
            <a:pathLst>
              <a:path w="76200" h="70104">
                <a:moveTo>
                  <a:pt x="76200" y="35052"/>
                </a:moveTo>
                <a:lnTo>
                  <a:pt x="0" y="70104"/>
                </a:lnTo>
                <a:lnTo>
                  <a:pt x="0" y="0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5" name="Arrowhead 47">
            <a:extLst>
              <a:ext uri="{FF2B5EF4-FFF2-40B4-BE49-F238E27FC236}">
                <a16:creationId xmlns:a16="http://schemas.microsoft.com/office/drawing/2014/main" id="{F4E4ADD0-33FD-431E-8821-3790A85B525C}"/>
              </a:ext>
            </a:extLst>
          </p:cNvPr>
          <p:cNvSpPr>
            <a:spLocks noGrp="1"/>
          </p:cNvSpPr>
          <p:nvPr/>
        </p:nvSpPr>
        <p:spPr>
          <a:xfrm>
            <a:off x="19307175" y="4494086"/>
            <a:ext cx="76200" cy="70104"/>
          </a:xfrm>
          <a:custGeom>
            <a:avLst/>
            <a:gdLst/>
            <a:ahLst/>
            <a:cxnLst/>
            <a:rect l="0" t="0" r="0" b="0"/>
            <a:pathLst>
              <a:path w="76200" h="70104">
                <a:moveTo>
                  <a:pt x="0" y="35052"/>
                </a:moveTo>
                <a:lnTo>
                  <a:pt x="76200" y="0"/>
                </a:lnTo>
                <a:lnTo>
                  <a:pt x="76200" y="70104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6" name="Connection 149">
            <a:extLst>
              <a:ext uri="{FF2B5EF4-FFF2-40B4-BE49-F238E27FC236}">
                <a16:creationId xmlns:a16="http://schemas.microsoft.com/office/drawing/2014/main" id="{65F794BF-F79A-45B7-9CE3-5F6AE700D87A}"/>
              </a:ext>
            </a:extLst>
          </p:cNvPr>
          <p:cNvSpPr>
            <a:spLocks noGrp="1"/>
          </p:cNvSpPr>
          <p:nvPr/>
        </p:nvSpPr>
        <p:spPr>
          <a:xfrm>
            <a:off x="19307175" y="5357813"/>
            <a:ext cx="457200" cy="953"/>
          </a:xfrm>
          <a:custGeom>
            <a:avLst/>
            <a:gdLst/>
            <a:ahLst/>
            <a:cxnLst/>
            <a:rect l="0" t="0" r="0" b="0"/>
            <a:pathLst>
              <a:path w="457200" h="953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24765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7" name="Arrowhead 48">
            <a:extLst>
              <a:ext uri="{FF2B5EF4-FFF2-40B4-BE49-F238E27FC236}">
                <a16:creationId xmlns:a16="http://schemas.microsoft.com/office/drawing/2014/main" id="{AED5AADF-4E53-47D7-8E12-7915F4F3D257}"/>
              </a:ext>
            </a:extLst>
          </p:cNvPr>
          <p:cNvSpPr>
            <a:spLocks noGrp="1"/>
          </p:cNvSpPr>
          <p:nvPr/>
        </p:nvSpPr>
        <p:spPr>
          <a:xfrm>
            <a:off x="19688175" y="5322761"/>
            <a:ext cx="76200" cy="70104"/>
          </a:xfrm>
          <a:custGeom>
            <a:avLst/>
            <a:gdLst/>
            <a:ahLst/>
            <a:cxnLst/>
            <a:rect l="0" t="0" r="0" b="0"/>
            <a:pathLst>
              <a:path w="76200" h="70104">
                <a:moveTo>
                  <a:pt x="76200" y="35052"/>
                </a:moveTo>
                <a:lnTo>
                  <a:pt x="0" y="70104"/>
                </a:lnTo>
                <a:lnTo>
                  <a:pt x="0" y="0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8" name="Arrowhead 49">
            <a:extLst>
              <a:ext uri="{FF2B5EF4-FFF2-40B4-BE49-F238E27FC236}">
                <a16:creationId xmlns:a16="http://schemas.microsoft.com/office/drawing/2014/main" id="{B8A068F9-E7B4-4E03-90B3-DB73B68647DA}"/>
              </a:ext>
            </a:extLst>
          </p:cNvPr>
          <p:cNvSpPr>
            <a:spLocks noGrp="1"/>
          </p:cNvSpPr>
          <p:nvPr/>
        </p:nvSpPr>
        <p:spPr>
          <a:xfrm>
            <a:off x="19307175" y="5322761"/>
            <a:ext cx="76200" cy="70104"/>
          </a:xfrm>
          <a:custGeom>
            <a:avLst/>
            <a:gdLst/>
            <a:ahLst/>
            <a:cxnLst/>
            <a:rect l="0" t="0" r="0" b="0"/>
            <a:pathLst>
              <a:path w="76200" h="70104">
                <a:moveTo>
                  <a:pt x="0" y="35052"/>
                </a:moveTo>
                <a:lnTo>
                  <a:pt x="76200" y="0"/>
                </a:lnTo>
                <a:lnTo>
                  <a:pt x="76200" y="70104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9" name="Connection 150">
            <a:extLst>
              <a:ext uri="{FF2B5EF4-FFF2-40B4-BE49-F238E27FC236}">
                <a16:creationId xmlns:a16="http://schemas.microsoft.com/office/drawing/2014/main" id="{F232503B-91CA-407F-B22D-88622AFEB606}"/>
              </a:ext>
            </a:extLst>
          </p:cNvPr>
          <p:cNvSpPr>
            <a:spLocks noGrp="1"/>
          </p:cNvSpPr>
          <p:nvPr/>
        </p:nvSpPr>
        <p:spPr>
          <a:xfrm>
            <a:off x="18573750" y="4838700"/>
            <a:ext cx="953" cy="266700"/>
          </a:xfrm>
          <a:custGeom>
            <a:avLst/>
            <a:gdLst/>
            <a:ahLst/>
            <a:cxnLst/>
            <a:rect l="0" t="0" r="0" b="0"/>
            <a:pathLst>
              <a:path w="953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24765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0" name="Arrowhead 50">
            <a:extLst>
              <a:ext uri="{FF2B5EF4-FFF2-40B4-BE49-F238E27FC236}">
                <a16:creationId xmlns:a16="http://schemas.microsoft.com/office/drawing/2014/main" id="{130163B7-1204-4B58-AFE2-311AAAF1D309}"/>
              </a:ext>
            </a:extLst>
          </p:cNvPr>
          <p:cNvSpPr>
            <a:spLocks noGrp="1"/>
          </p:cNvSpPr>
          <p:nvPr/>
        </p:nvSpPr>
        <p:spPr>
          <a:xfrm>
            <a:off x="18538698" y="5029200"/>
            <a:ext cx="70104" cy="76200"/>
          </a:xfrm>
          <a:custGeom>
            <a:avLst/>
            <a:gdLst/>
            <a:ahLst/>
            <a:cxnLst/>
            <a:rect l="0" t="0" r="0" b="0"/>
            <a:pathLst>
              <a:path w="70104" h="76200">
                <a:moveTo>
                  <a:pt x="35052" y="76200"/>
                </a:moveTo>
                <a:lnTo>
                  <a:pt x="0" y="0"/>
                </a:lnTo>
                <a:lnTo>
                  <a:pt x="70104" y="0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1" name="Arrowhead 51">
            <a:extLst>
              <a:ext uri="{FF2B5EF4-FFF2-40B4-BE49-F238E27FC236}">
                <a16:creationId xmlns:a16="http://schemas.microsoft.com/office/drawing/2014/main" id="{E8BF30B3-2835-40FC-8E1C-4433D4A21EE0}"/>
              </a:ext>
            </a:extLst>
          </p:cNvPr>
          <p:cNvSpPr>
            <a:spLocks noGrp="1"/>
          </p:cNvSpPr>
          <p:nvPr/>
        </p:nvSpPr>
        <p:spPr>
          <a:xfrm>
            <a:off x="18538698" y="4838700"/>
            <a:ext cx="70104" cy="76200"/>
          </a:xfrm>
          <a:custGeom>
            <a:avLst/>
            <a:gdLst/>
            <a:ahLst/>
            <a:cxnLst/>
            <a:rect l="0" t="0" r="0" b="0"/>
            <a:pathLst>
              <a:path w="70104" h="76200">
                <a:moveTo>
                  <a:pt x="35052" y="0"/>
                </a:moveTo>
                <a:lnTo>
                  <a:pt x="70104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2" name="Connection 151">
            <a:extLst>
              <a:ext uri="{FF2B5EF4-FFF2-40B4-BE49-F238E27FC236}">
                <a16:creationId xmlns:a16="http://schemas.microsoft.com/office/drawing/2014/main" id="{2525B0FF-2719-4CEC-8A45-757E04E4E1A0}"/>
              </a:ext>
            </a:extLst>
          </p:cNvPr>
          <p:cNvSpPr>
            <a:spLocks noGrp="1"/>
          </p:cNvSpPr>
          <p:nvPr/>
        </p:nvSpPr>
        <p:spPr>
          <a:xfrm>
            <a:off x="20393025" y="4838700"/>
            <a:ext cx="953" cy="266700"/>
          </a:xfrm>
          <a:custGeom>
            <a:avLst/>
            <a:gdLst/>
            <a:ahLst/>
            <a:cxnLst/>
            <a:rect l="0" t="0" r="0" b="0"/>
            <a:pathLst>
              <a:path w="953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24765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3" name="Arrowhead 52">
            <a:extLst>
              <a:ext uri="{FF2B5EF4-FFF2-40B4-BE49-F238E27FC236}">
                <a16:creationId xmlns:a16="http://schemas.microsoft.com/office/drawing/2014/main" id="{6EBEF734-A619-471E-9DFC-37ED5568379D}"/>
              </a:ext>
            </a:extLst>
          </p:cNvPr>
          <p:cNvSpPr>
            <a:spLocks noGrp="1"/>
          </p:cNvSpPr>
          <p:nvPr/>
        </p:nvSpPr>
        <p:spPr>
          <a:xfrm>
            <a:off x="20357973" y="5029200"/>
            <a:ext cx="70104" cy="76200"/>
          </a:xfrm>
          <a:custGeom>
            <a:avLst/>
            <a:gdLst/>
            <a:ahLst/>
            <a:cxnLst/>
            <a:rect l="0" t="0" r="0" b="0"/>
            <a:pathLst>
              <a:path w="70104" h="76200">
                <a:moveTo>
                  <a:pt x="35052" y="76200"/>
                </a:moveTo>
                <a:lnTo>
                  <a:pt x="0" y="0"/>
                </a:lnTo>
                <a:lnTo>
                  <a:pt x="70104" y="0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4" name="Arrowhead 53">
            <a:extLst>
              <a:ext uri="{FF2B5EF4-FFF2-40B4-BE49-F238E27FC236}">
                <a16:creationId xmlns:a16="http://schemas.microsoft.com/office/drawing/2014/main" id="{674280CE-ABD1-494D-BB27-79F2D8DB916D}"/>
              </a:ext>
            </a:extLst>
          </p:cNvPr>
          <p:cNvSpPr>
            <a:spLocks noGrp="1"/>
          </p:cNvSpPr>
          <p:nvPr/>
        </p:nvSpPr>
        <p:spPr>
          <a:xfrm>
            <a:off x="20357973" y="4838700"/>
            <a:ext cx="70104" cy="76200"/>
          </a:xfrm>
          <a:custGeom>
            <a:avLst/>
            <a:gdLst/>
            <a:ahLst/>
            <a:cxnLst/>
            <a:rect l="0" t="0" r="0" b="0"/>
            <a:pathLst>
              <a:path w="70104" h="76200">
                <a:moveTo>
                  <a:pt x="35052" y="0"/>
                </a:moveTo>
                <a:lnTo>
                  <a:pt x="70104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5" name="Chip front 14">
            <a:extLst>
              <a:ext uri="{FF2B5EF4-FFF2-40B4-BE49-F238E27FC236}">
                <a16:creationId xmlns:a16="http://schemas.microsoft.com/office/drawing/2014/main" id="{F1E9B847-28D6-43DB-8053-CC581C905BFF}"/>
              </a:ext>
            </a:extLst>
          </p:cNvPr>
          <p:cNvSpPr>
            <a:spLocks noGrp="1"/>
          </p:cNvSpPr>
          <p:nvPr/>
        </p:nvSpPr>
        <p:spPr>
          <a:xfrm>
            <a:off x="17973675" y="4752975"/>
            <a:ext cx="1200150" cy="66675"/>
          </a:xfrm>
          <a:custGeom>
            <a:avLst/>
            <a:gdLst/>
            <a:ahLst/>
            <a:cxnLst/>
            <a:rect l="0" t="0" r="0" b="0"/>
            <a:pathLst>
              <a:path w="1200150" h="66675">
                <a:moveTo>
                  <a:pt x="0" y="0"/>
                </a:moveTo>
                <a:lnTo>
                  <a:pt x="1200150" y="0"/>
                </a:lnTo>
                <a:lnTo>
                  <a:pt x="12001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7C98A5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6" name="Chip side 14">
            <a:extLst>
              <a:ext uri="{FF2B5EF4-FFF2-40B4-BE49-F238E27FC236}">
                <a16:creationId xmlns:a16="http://schemas.microsoft.com/office/drawing/2014/main" id="{D60DBA64-FD4E-4CD1-A628-B5E0891E6222}"/>
              </a:ext>
            </a:extLst>
          </p:cNvPr>
          <p:cNvSpPr>
            <a:spLocks noGrp="1"/>
          </p:cNvSpPr>
          <p:nvPr/>
        </p:nvSpPr>
        <p:spPr>
          <a:xfrm>
            <a:off x="19173825" y="4305300"/>
            <a:ext cx="114300" cy="514350"/>
          </a:xfrm>
          <a:custGeom>
            <a:avLst/>
            <a:gdLst/>
            <a:ahLst/>
            <a:cxnLst/>
            <a:rect l="0" t="0" r="0" b="0"/>
            <a:pathLst>
              <a:path w="114300" h="514350">
                <a:moveTo>
                  <a:pt x="114300" y="0"/>
                </a:moveTo>
                <a:lnTo>
                  <a:pt x="114300" y="66675"/>
                </a:lnTo>
                <a:lnTo>
                  <a:pt x="0" y="514350"/>
                </a:lnTo>
                <a:lnTo>
                  <a:pt x="0" y="447675"/>
                </a:lnTo>
                <a:close/>
              </a:path>
            </a:pathLst>
          </a:custGeom>
          <a:solidFill>
            <a:srgbClr val="708994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7" name="Chip top 14">
            <a:extLst>
              <a:ext uri="{FF2B5EF4-FFF2-40B4-BE49-F238E27FC236}">
                <a16:creationId xmlns:a16="http://schemas.microsoft.com/office/drawing/2014/main" id="{AF7648AE-6025-42F4-A46A-BFE79FBC678A}"/>
              </a:ext>
            </a:extLst>
          </p:cNvPr>
          <p:cNvSpPr>
            <a:spLocks noGrp="1"/>
          </p:cNvSpPr>
          <p:nvPr/>
        </p:nvSpPr>
        <p:spPr>
          <a:xfrm>
            <a:off x="17973675" y="4305300"/>
            <a:ext cx="1314450" cy="447675"/>
          </a:xfrm>
          <a:custGeom>
            <a:avLst/>
            <a:gdLst/>
            <a:ahLst/>
            <a:cxnLst/>
            <a:rect l="0" t="0" r="0" b="0"/>
            <a:pathLst>
              <a:path w="1314450" h="447675">
                <a:moveTo>
                  <a:pt x="114300" y="0"/>
                </a:moveTo>
                <a:lnTo>
                  <a:pt x="1314450" y="0"/>
                </a:lnTo>
                <a:lnTo>
                  <a:pt x="1200150" y="447675"/>
                </a:lnTo>
                <a:lnTo>
                  <a:pt x="0" y="447675"/>
                </a:lnTo>
                <a:close/>
              </a:path>
            </a:pathLst>
          </a:custGeom>
          <a:solidFill>
            <a:srgbClr val="8FAFBE"/>
          </a:solidFill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8" name="Connection 152">
            <a:extLst>
              <a:ext uri="{FF2B5EF4-FFF2-40B4-BE49-F238E27FC236}">
                <a16:creationId xmlns:a16="http://schemas.microsoft.com/office/drawing/2014/main" id="{B5236AFB-45D3-4DD0-8385-B2B7E60A490A}"/>
              </a:ext>
            </a:extLst>
          </p:cNvPr>
          <p:cNvSpPr>
            <a:spLocks noGrp="1"/>
          </p:cNvSpPr>
          <p:nvPr/>
        </p:nvSpPr>
        <p:spPr>
          <a:xfrm>
            <a:off x="18213705" y="4333875"/>
            <a:ext cx="114300" cy="390525"/>
          </a:xfrm>
          <a:custGeom>
            <a:avLst/>
            <a:gdLst/>
            <a:ahLst/>
            <a:cxnLst/>
            <a:rect l="0" t="0" r="0" b="0"/>
            <a:pathLst>
              <a:path w="114300" h="390525">
                <a:moveTo>
                  <a:pt x="114300" y="0"/>
                </a:moveTo>
                <a:lnTo>
                  <a:pt x="0" y="390525"/>
                </a:lnTo>
              </a:path>
            </a:pathLst>
          </a:custGeom>
          <a:noFill/>
          <a:ln w="5715">
            <a:solidFill>
              <a:srgbClr val="829FA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9" name="Connection 153">
            <a:extLst>
              <a:ext uri="{FF2B5EF4-FFF2-40B4-BE49-F238E27FC236}">
                <a16:creationId xmlns:a16="http://schemas.microsoft.com/office/drawing/2014/main" id="{E9690EB3-36C9-4D85-A66A-30257AA18E8B}"/>
              </a:ext>
            </a:extLst>
          </p:cNvPr>
          <p:cNvSpPr>
            <a:spLocks noGrp="1"/>
          </p:cNvSpPr>
          <p:nvPr/>
        </p:nvSpPr>
        <p:spPr>
          <a:xfrm>
            <a:off x="18453735" y="4333875"/>
            <a:ext cx="114300" cy="390525"/>
          </a:xfrm>
          <a:custGeom>
            <a:avLst/>
            <a:gdLst/>
            <a:ahLst/>
            <a:cxnLst/>
            <a:rect l="0" t="0" r="0" b="0"/>
            <a:pathLst>
              <a:path w="114300" h="390525">
                <a:moveTo>
                  <a:pt x="114300" y="0"/>
                </a:moveTo>
                <a:lnTo>
                  <a:pt x="0" y="390525"/>
                </a:lnTo>
              </a:path>
            </a:pathLst>
          </a:custGeom>
          <a:noFill/>
          <a:ln w="5715">
            <a:solidFill>
              <a:srgbClr val="829FA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0" name="Connection 154">
            <a:extLst>
              <a:ext uri="{FF2B5EF4-FFF2-40B4-BE49-F238E27FC236}">
                <a16:creationId xmlns:a16="http://schemas.microsoft.com/office/drawing/2014/main" id="{31C59C01-949E-452B-8B99-6CDACA5083BE}"/>
              </a:ext>
            </a:extLst>
          </p:cNvPr>
          <p:cNvSpPr>
            <a:spLocks noGrp="1"/>
          </p:cNvSpPr>
          <p:nvPr/>
        </p:nvSpPr>
        <p:spPr>
          <a:xfrm>
            <a:off x="18693765" y="4333875"/>
            <a:ext cx="114300" cy="390525"/>
          </a:xfrm>
          <a:custGeom>
            <a:avLst/>
            <a:gdLst/>
            <a:ahLst/>
            <a:cxnLst/>
            <a:rect l="0" t="0" r="0" b="0"/>
            <a:pathLst>
              <a:path w="114300" h="390525">
                <a:moveTo>
                  <a:pt x="114300" y="0"/>
                </a:moveTo>
                <a:lnTo>
                  <a:pt x="0" y="390525"/>
                </a:lnTo>
              </a:path>
            </a:pathLst>
          </a:custGeom>
          <a:noFill/>
          <a:ln w="5715">
            <a:solidFill>
              <a:srgbClr val="829FA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1" name="Connection 155">
            <a:extLst>
              <a:ext uri="{FF2B5EF4-FFF2-40B4-BE49-F238E27FC236}">
                <a16:creationId xmlns:a16="http://schemas.microsoft.com/office/drawing/2014/main" id="{D9D5F885-99FB-48E0-A787-2B296C92065D}"/>
              </a:ext>
            </a:extLst>
          </p:cNvPr>
          <p:cNvSpPr>
            <a:spLocks noGrp="1"/>
          </p:cNvSpPr>
          <p:nvPr/>
        </p:nvSpPr>
        <p:spPr>
          <a:xfrm>
            <a:off x="18933795" y="4333875"/>
            <a:ext cx="114300" cy="390525"/>
          </a:xfrm>
          <a:custGeom>
            <a:avLst/>
            <a:gdLst/>
            <a:ahLst/>
            <a:cxnLst/>
            <a:rect l="0" t="0" r="0" b="0"/>
            <a:pathLst>
              <a:path w="114300" h="390525">
                <a:moveTo>
                  <a:pt x="114300" y="0"/>
                </a:moveTo>
                <a:lnTo>
                  <a:pt x="0" y="390525"/>
                </a:lnTo>
              </a:path>
            </a:pathLst>
          </a:custGeom>
          <a:noFill/>
          <a:ln w="5715">
            <a:solidFill>
              <a:srgbClr val="829FA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2" name="Connection 156">
            <a:extLst>
              <a:ext uri="{FF2B5EF4-FFF2-40B4-BE49-F238E27FC236}">
                <a16:creationId xmlns:a16="http://schemas.microsoft.com/office/drawing/2014/main" id="{137CED20-A7C2-49D6-B061-1DAE2C662117}"/>
              </a:ext>
            </a:extLst>
          </p:cNvPr>
          <p:cNvSpPr>
            <a:spLocks noGrp="1"/>
          </p:cNvSpPr>
          <p:nvPr/>
        </p:nvSpPr>
        <p:spPr>
          <a:xfrm>
            <a:off x="18078450" y="4454525"/>
            <a:ext cx="1143000" cy="953"/>
          </a:xfrm>
          <a:custGeom>
            <a:avLst/>
            <a:gdLst/>
            <a:ahLst/>
            <a:cxnLst/>
            <a:rect l="0" t="0" r="0" b="0"/>
            <a:pathLst>
              <a:path w="1143000" h="953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">
            <a:solidFill>
              <a:srgbClr val="829FA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3" name="Connection 157">
            <a:extLst>
              <a:ext uri="{FF2B5EF4-FFF2-40B4-BE49-F238E27FC236}">
                <a16:creationId xmlns:a16="http://schemas.microsoft.com/office/drawing/2014/main" id="{F04A0747-B07C-4A8C-AB69-34D43FACBB64}"/>
              </a:ext>
            </a:extLst>
          </p:cNvPr>
          <p:cNvSpPr>
            <a:spLocks noGrp="1"/>
          </p:cNvSpPr>
          <p:nvPr/>
        </p:nvSpPr>
        <p:spPr>
          <a:xfrm>
            <a:off x="18040350" y="4603750"/>
            <a:ext cx="1143000" cy="953"/>
          </a:xfrm>
          <a:custGeom>
            <a:avLst/>
            <a:gdLst/>
            <a:ahLst/>
            <a:cxnLst/>
            <a:rect l="0" t="0" r="0" b="0"/>
            <a:pathLst>
              <a:path w="1143000" h="953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">
            <a:solidFill>
              <a:srgbClr val="829FA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4" name="Contact 33">
            <a:extLst>
              <a:ext uri="{FF2B5EF4-FFF2-40B4-BE49-F238E27FC236}">
                <a16:creationId xmlns:a16="http://schemas.microsoft.com/office/drawing/2014/main" id="{9F6D5B69-86AF-4F6A-B11E-6F2107E558F0}"/>
              </a:ext>
            </a:extLst>
          </p:cNvPr>
          <p:cNvSpPr>
            <a:spLocks noGrp="1"/>
          </p:cNvSpPr>
          <p:nvPr/>
        </p:nvSpPr>
        <p:spPr>
          <a:xfrm>
            <a:off x="18049875" y="4762500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5" name="Contact 34">
            <a:extLst>
              <a:ext uri="{FF2B5EF4-FFF2-40B4-BE49-F238E27FC236}">
                <a16:creationId xmlns:a16="http://schemas.microsoft.com/office/drawing/2014/main" id="{3E0A2B68-AFAD-443F-BBA0-2D31D749907C}"/>
              </a:ext>
            </a:extLst>
          </p:cNvPr>
          <p:cNvSpPr>
            <a:spLocks noGrp="1"/>
          </p:cNvSpPr>
          <p:nvPr/>
        </p:nvSpPr>
        <p:spPr>
          <a:xfrm>
            <a:off x="18180844" y="4762500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6" name="Contact 35">
            <a:extLst>
              <a:ext uri="{FF2B5EF4-FFF2-40B4-BE49-F238E27FC236}">
                <a16:creationId xmlns:a16="http://schemas.microsoft.com/office/drawing/2014/main" id="{8C25EA46-4134-4CDE-8CAB-479F5E0A9D59}"/>
              </a:ext>
            </a:extLst>
          </p:cNvPr>
          <p:cNvSpPr>
            <a:spLocks noGrp="1"/>
          </p:cNvSpPr>
          <p:nvPr/>
        </p:nvSpPr>
        <p:spPr>
          <a:xfrm>
            <a:off x="18311813" y="4762500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7" name="Contact 36">
            <a:extLst>
              <a:ext uri="{FF2B5EF4-FFF2-40B4-BE49-F238E27FC236}">
                <a16:creationId xmlns:a16="http://schemas.microsoft.com/office/drawing/2014/main" id="{BD8D3B86-6779-4D01-ABDE-1A201060C760}"/>
              </a:ext>
            </a:extLst>
          </p:cNvPr>
          <p:cNvSpPr>
            <a:spLocks noGrp="1"/>
          </p:cNvSpPr>
          <p:nvPr/>
        </p:nvSpPr>
        <p:spPr>
          <a:xfrm>
            <a:off x="18442781" y="4762500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8" name="Contact 37">
            <a:extLst>
              <a:ext uri="{FF2B5EF4-FFF2-40B4-BE49-F238E27FC236}">
                <a16:creationId xmlns:a16="http://schemas.microsoft.com/office/drawing/2014/main" id="{78DA93E0-563F-4B06-A6F8-402D55E1293F}"/>
              </a:ext>
            </a:extLst>
          </p:cNvPr>
          <p:cNvSpPr>
            <a:spLocks noGrp="1"/>
          </p:cNvSpPr>
          <p:nvPr/>
        </p:nvSpPr>
        <p:spPr>
          <a:xfrm>
            <a:off x="18573750" y="4762500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9" name="Contact 38">
            <a:extLst>
              <a:ext uri="{FF2B5EF4-FFF2-40B4-BE49-F238E27FC236}">
                <a16:creationId xmlns:a16="http://schemas.microsoft.com/office/drawing/2014/main" id="{BF7B7409-079E-4E54-AB41-87EFC96E463B}"/>
              </a:ext>
            </a:extLst>
          </p:cNvPr>
          <p:cNvSpPr>
            <a:spLocks noGrp="1"/>
          </p:cNvSpPr>
          <p:nvPr/>
        </p:nvSpPr>
        <p:spPr>
          <a:xfrm>
            <a:off x="18704719" y="4762500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0" name="Contact 39">
            <a:extLst>
              <a:ext uri="{FF2B5EF4-FFF2-40B4-BE49-F238E27FC236}">
                <a16:creationId xmlns:a16="http://schemas.microsoft.com/office/drawing/2014/main" id="{6502A538-BE9C-42B8-A99F-FF2B953C355B}"/>
              </a:ext>
            </a:extLst>
          </p:cNvPr>
          <p:cNvSpPr>
            <a:spLocks noGrp="1"/>
          </p:cNvSpPr>
          <p:nvPr/>
        </p:nvSpPr>
        <p:spPr>
          <a:xfrm>
            <a:off x="18835688" y="4762500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1" name="Contact 40">
            <a:extLst>
              <a:ext uri="{FF2B5EF4-FFF2-40B4-BE49-F238E27FC236}">
                <a16:creationId xmlns:a16="http://schemas.microsoft.com/office/drawing/2014/main" id="{507E723E-5FF2-4A5D-8ABC-7DF93DF9B11A}"/>
              </a:ext>
            </a:extLst>
          </p:cNvPr>
          <p:cNvSpPr>
            <a:spLocks noGrp="1"/>
          </p:cNvSpPr>
          <p:nvPr/>
        </p:nvSpPr>
        <p:spPr>
          <a:xfrm>
            <a:off x="18966656" y="4762500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2" name="Label c₀ 2">
            <a:extLst>
              <a:ext uri="{FF2B5EF4-FFF2-40B4-BE49-F238E27FC236}">
                <a16:creationId xmlns:a16="http://schemas.microsoft.com/office/drawing/2014/main" id="{493C02BA-E65B-4061-9B0F-9221D7F1B512}"/>
              </a:ext>
            </a:extLst>
          </p:cNvPr>
          <p:cNvSpPr>
            <a:spLocks noGrp="1"/>
          </p:cNvSpPr>
          <p:nvPr/>
        </p:nvSpPr>
        <p:spPr>
          <a:xfrm>
            <a:off x="18030825" y="4324350"/>
            <a:ext cx="1200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10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c₀</a:t>
            </a:r>
          </a:p>
        </p:txBody>
      </p:sp>
      <p:sp>
        <p:nvSpPr>
          <p:cNvPr id="383" name="Chip front 15">
            <a:extLst>
              <a:ext uri="{FF2B5EF4-FFF2-40B4-BE49-F238E27FC236}">
                <a16:creationId xmlns:a16="http://schemas.microsoft.com/office/drawing/2014/main" id="{5D0F8780-FD13-46F1-B57B-7A6B50AA6A48}"/>
              </a:ext>
            </a:extLst>
          </p:cNvPr>
          <p:cNvSpPr>
            <a:spLocks noGrp="1"/>
          </p:cNvSpPr>
          <p:nvPr/>
        </p:nvSpPr>
        <p:spPr>
          <a:xfrm>
            <a:off x="19792950" y="4752975"/>
            <a:ext cx="1200150" cy="66675"/>
          </a:xfrm>
          <a:custGeom>
            <a:avLst/>
            <a:gdLst/>
            <a:ahLst/>
            <a:cxnLst/>
            <a:rect l="0" t="0" r="0" b="0"/>
            <a:pathLst>
              <a:path w="1200150" h="66675">
                <a:moveTo>
                  <a:pt x="0" y="0"/>
                </a:moveTo>
                <a:lnTo>
                  <a:pt x="1200150" y="0"/>
                </a:lnTo>
                <a:lnTo>
                  <a:pt x="12001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7E9B90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4" name="Chip side 15">
            <a:extLst>
              <a:ext uri="{FF2B5EF4-FFF2-40B4-BE49-F238E27FC236}">
                <a16:creationId xmlns:a16="http://schemas.microsoft.com/office/drawing/2014/main" id="{E6465956-40D3-4C0E-826F-4468077F5C3C}"/>
              </a:ext>
            </a:extLst>
          </p:cNvPr>
          <p:cNvSpPr>
            <a:spLocks noGrp="1"/>
          </p:cNvSpPr>
          <p:nvPr/>
        </p:nvSpPr>
        <p:spPr>
          <a:xfrm>
            <a:off x="20993100" y="4305300"/>
            <a:ext cx="114300" cy="514350"/>
          </a:xfrm>
          <a:custGeom>
            <a:avLst/>
            <a:gdLst/>
            <a:ahLst/>
            <a:cxnLst/>
            <a:rect l="0" t="0" r="0" b="0"/>
            <a:pathLst>
              <a:path w="114300" h="514350">
                <a:moveTo>
                  <a:pt x="114300" y="0"/>
                </a:moveTo>
                <a:lnTo>
                  <a:pt x="114300" y="66675"/>
                </a:lnTo>
                <a:lnTo>
                  <a:pt x="0" y="514350"/>
                </a:lnTo>
                <a:lnTo>
                  <a:pt x="0" y="447675"/>
                </a:lnTo>
                <a:close/>
              </a:path>
            </a:pathLst>
          </a:custGeom>
          <a:solidFill>
            <a:srgbClr val="718B81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5" name="Chip top 15">
            <a:extLst>
              <a:ext uri="{FF2B5EF4-FFF2-40B4-BE49-F238E27FC236}">
                <a16:creationId xmlns:a16="http://schemas.microsoft.com/office/drawing/2014/main" id="{37671CAE-8982-41D4-89D4-93D281ABDC49}"/>
              </a:ext>
            </a:extLst>
          </p:cNvPr>
          <p:cNvSpPr>
            <a:spLocks noGrp="1"/>
          </p:cNvSpPr>
          <p:nvPr/>
        </p:nvSpPr>
        <p:spPr>
          <a:xfrm>
            <a:off x="19792950" y="4305300"/>
            <a:ext cx="1314450" cy="447675"/>
          </a:xfrm>
          <a:custGeom>
            <a:avLst/>
            <a:gdLst/>
            <a:ahLst/>
            <a:cxnLst/>
            <a:rect l="0" t="0" r="0" b="0"/>
            <a:pathLst>
              <a:path w="1314450" h="447675">
                <a:moveTo>
                  <a:pt x="114300" y="0"/>
                </a:moveTo>
                <a:lnTo>
                  <a:pt x="1314450" y="0"/>
                </a:lnTo>
                <a:lnTo>
                  <a:pt x="1200150" y="447675"/>
                </a:lnTo>
                <a:lnTo>
                  <a:pt x="0" y="447675"/>
                </a:lnTo>
                <a:close/>
              </a:path>
            </a:pathLst>
          </a:custGeom>
          <a:solidFill>
            <a:srgbClr val="91B2A5"/>
          </a:solidFill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6" name="Connection 158">
            <a:extLst>
              <a:ext uri="{FF2B5EF4-FFF2-40B4-BE49-F238E27FC236}">
                <a16:creationId xmlns:a16="http://schemas.microsoft.com/office/drawing/2014/main" id="{BEA269AE-76C9-401B-AD1F-16ECE7CF6EBC}"/>
              </a:ext>
            </a:extLst>
          </p:cNvPr>
          <p:cNvSpPr>
            <a:spLocks noGrp="1"/>
          </p:cNvSpPr>
          <p:nvPr/>
        </p:nvSpPr>
        <p:spPr>
          <a:xfrm>
            <a:off x="20032980" y="4333875"/>
            <a:ext cx="114300" cy="390525"/>
          </a:xfrm>
          <a:custGeom>
            <a:avLst/>
            <a:gdLst/>
            <a:ahLst/>
            <a:cxnLst/>
            <a:rect l="0" t="0" r="0" b="0"/>
            <a:pathLst>
              <a:path w="114300" h="390525">
                <a:moveTo>
                  <a:pt x="114300" y="0"/>
                </a:moveTo>
                <a:lnTo>
                  <a:pt x="0" y="390525"/>
                </a:lnTo>
              </a:path>
            </a:pathLst>
          </a:custGeom>
          <a:noFill/>
          <a:ln w="5715">
            <a:solidFill>
              <a:srgbClr val="84A29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7" name="Connection 159">
            <a:extLst>
              <a:ext uri="{FF2B5EF4-FFF2-40B4-BE49-F238E27FC236}">
                <a16:creationId xmlns:a16="http://schemas.microsoft.com/office/drawing/2014/main" id="{F3144B63-903A-499B-B28C-C4E619ADB1BA}"/>
              </a:ext>
            </a:extLst>
          </p:cNvPr>
          <p:cNvSpPr>
            <a:spLocks noGrp="1"/>
          </p:cNvSpPr>
          <p:nvPr/>
        </p:nvSpPr>
        <p:spPr>
          <a:xfrm>
            <a:off x="20273010" y="4333875"/>
            <a:ext cx="114300" cy="390525"/>
          </a:xfrm>
          <a:custGeom>
            <a:avLst/>
            <a:gdLst/>
            <a:ahLst/>
            <a:cxnLst/>
            <a:rect l="0" t="0" r="0" b="0"/>
            <a:pathLst>
              <a:path w="114300" h="390525">
                <a:moveTo>
                  <a:pt x="114300" y="0"/>
                </a:moveTo>
                <a:lnTo>
                  <a:pt x="0" y="390525"/>
                </a:lnTo>
              </a:path>
            </a:pathLst>
          </a:custGeom>
          <a:noFill/>
          <a:ln w="5715">
            <a:solidFill>
              <a:srgbClr val="84A29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8" name="Connection 160">
            <a:extLst>
              <a:ext uri="{FF2B5EF4-FFF2-40B4-BE49-F238E27FC236}">
                <a16:creationId xmlns:a16="http://schemas.microsoft.com/office/drawing/2014/main" id="{1468E9C3-C461-4FF2-AB9B-6C8F69E0F25E}"/>
              </a:ext>
            </a:extLst>
          </p:cNvPr>
          <p:cNvSpPr>
            <a:spLocks noGrp="1"/>
          </p:cNvSpPr>
          <p:nvPr/>
        </p:nvSpPr>
        <p:spPr>
          <a:xfrm>
            <a:off x="20513040" y="4333875"/>
            <a:ext cx="114300" cy="390525"/>
          </a:xfrm>
          <a:custGeom>
            <a:avLst/>
            <a:gdLst/>
            <a:ahLst/>
            <a:cxnLst/>
            <a:rect l="0" t="0" r="0" b="0"/>
            <a:pathLst>
              <a:path w="114300" h="390525">
                <a:moveTo>
                  <a:pt x="114300" y="0"/>
                </a:moveTo>
                <a:lnTo>
                  <a:pt x="0" y="390525"/>
                </a:lnTo>
              </a:path>
            </a:pathLst>
          </a:custGeom>
          <a:noFill/>
          <a:ln w="5715">
            <a:solidFill>
              <a:srgbClr val="84A29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9" name="Connection 161">
            <a:extLst>
              <a:ext uri="{FF2B5EF4-FFF2-40B4-BE49-F238E27FC236}">
                <a16:creationId xmlns:a16="http://schemas.microsoft.com/office/drawing/2014/main" id="{ED6B76D4-062E-43C8-832A-27E76A81EF93}"/>
              </a:ext>
            </a:extLst>
          </p:cNvPr>
          <p:cNvSpPr>
            <a:spLocks noGrp="1"/>
          </p:cNvSpPr>
          <p:nvPr/>
        </p:nvSpPr>
        <p:spPr>
          <a:xfrm>
            <a:off x="20753070" y="4333875"/>
            <a:ext cx="114300" cy="390525"/>
          </a:xfrm>
          <a:custGeom>
            <a:avLst/>
            <a:gdLst/>
            <a:ahLst/>
            <a:cxnLst/>
            <a:rect l="0" t="0" r="0" b="0"/>
            <a:pathLst>
              <a:path w="114300" h="390525">
                <a:moveTo>
                  <a:pt x="114300" y="0"/>
                </a:moveTo>
                <a:lnTo>
                  <a:pt x="0" y="390525"/>
                </a:lnTo>
              </a:path>
            </a:pathLst>
          </a:custGeom>
          <a:noFill/>
          <a:ln w="5715">
            <a:solidFill>
              <a:srgbClr val="84A29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0" name="Connection 162">
            <a:extLst>
              <a:ext uri="{FF2B5EF4-FFF2-40B4-BE49-F238E27FC236}">
                <a16:creationId xmlns:a16="http://schemas.microsoft.com/office/drawing/2014/main" id="{AC422BD3-D9F6-46E3-9D32-FCEE14B4E9BF}"/>
              </a:ext>
            </a:extLst>
          </p:cNvPr>
          <p:cNvSpPr>
            <a:spLocks noGrp="1"/>
          </p:cNvSpPr>
          <p:nvPr/>
        </p:nvSpPr>
        <p:spPr>
          <a:xfrm>
            <a:off x="19897725" y="4454525"/>
            <a:ext cx="1143000" cy="953"/>
          </a:xfrm>
          <a:custGeom>
            <a:avLst/>
            <a:gdLst/>
            <a:ahLst/>
            <a:cxnLst/>
            <a:rect l="0" t="0" r="0" b="0"/>
            <a:pathLst>
              <a:path w="1143000" h="953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">
            <a:solidFill>
              <a:srgbClr val="84A29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1" name="Connection 163">
            <a:extLst>
              <a:ext uri="{FF2B5EF4-FFF2-40B4-BE49-F238E27FC236}">
                <a16:creationId xmlns:a16="http://schemas.microsoft.com/office/drawing/2014/main" id="{69392497-2B27-46E0-AE5F-C424D8DD483D}"/>
              </a:ext>
            </a:extLst>
          </p:cNvPr>
          <p:cNvSpPr>
            <a:spLocks noGrp="1"/>
          </p:cNvSpPr>
          <p:nvPr/>
        </p:nvSpPr>
        <p:spPr>
          <a:xfrm>
            <a:off x="19859625" y="4603750"/>
            <a:ext cx="1143000" cy="953"/>
          </a:xfrm>
          <a:custGeom>
            <a:avLst/>
            <a:gdLst/>
            <a:ahLst/>
            <a:cxnLst/>
            <a:rect l="0" t="0" r="0" b="0"/>
            <a:pathLst>
              <a:path w="1143000" h="953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">
            <a:solidFill>
              <a:srgbClr val="84A29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2" name="Contact 41">
            <a:extLst>
              <a:ext uri="{FF2B5EF4-FFF2-40B4-BE49-F238E27FC236}">
                <a16:creationId xmlns:a16="http://schemas.microsoft.com/office/drawing/2014/main" id="{49DCF21B-5D35-41C8-A770-5FF62C63AFF5}"/>
              </a:ext>
            </a:extLst>
          </p:cNvPr>
          <p:cNvSpPr>
            <a:spLocks noGrp="1"/>
          </p:cNvSpPr>
          <p:nvPr/>
        </p:nvSpPr>
        <p:spPr>
          <a:xfrm>
            <a:off x="19869150" y="4762500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3" name="Contact 42">
            <a:extLst>
              <a:ext uri="{FF2B5EF4-FFF2-40B4-BE49-F238E27FC236}">
                <a16:creationId xmlns:a16="http://schemas.microsoft.com/office/drawing/2014/main" id="{521536D3-7EDB-4EF9-A807-6EE7F9335D7D}"/>
              </a:ext>
            </a:extLst>
          </p:cNvPr>
          <p:cNvSpPr>
            <a:spLocks noGrp="1"/>
          </p:cNvSpPr>
          <p:nvPr/>
        </p:nvSpPr>
        <p:spPr>
          <a:xfrm>
            <a:off x="20000119" y="4762500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4" name="Contact 43">
            <a:extLst>
              <a:ext uri="{FF2B5EF4-FFF2-40B4-BE49-F238E27FC236}">
                <a16:creationId xmlns:a16="http://schemas.microsoft.com/office/drawing/2014/main" id="{064BA37A-2444-4167-9D48-2B410F7A979B}"/>
              </a:ext>
            </a:extLst>
          </p:cNvPr>
          <p:cNvSpPr>
            <a:spLocks noGrp="1"/>
          </p:cNvSpPr>
          <p:nvPr/>
        </p:nvSpPr>
        <p:spPr>
          <a:xfrm>
            <a:off x="20131088" y="4762500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5" name="Contact 44">
            <a:extLst>
              <a:ext uri="{FF2B5EF4-FFF2-40B4-BE49-F238E27FC236}">
                <a16:creationId xmlns:a16="http://schemas.microsoft.com/office/drawing/2014/main" id="{C5EA19EA-6D0A-4159-AA69-15F07E3B79FF}"/>
              </a:ext>
            </a:extLst>
          </p:cNvPr>
          <p:cNvSpPr>
            <a:spLocks noGrp="1"/>
          </p:cNvSpPr>
          <p:nvPr/>
        </p:nvSpPr>
        <p:spPr>
          <a:xfrm>
            <a:off x="20262056" y="4762500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6" name="Contact 45">
            <a:extLst>
              <a:ext uri="{FF2B5EF4-FFF2-40B4-BE49-F238E27FC236}">
                <a16:creationId xmlns:a16="http://schemas.microsoft.com/office/drawing/2014/main" id="{3FB8D3E3-7354-4225-BEFA-BF317A6A6221}"/>
              </a:ext>
            </a:extLst>
          </p:cNvPr>
          <p:cNvSpPr>
            <a:spLocks noGrp="1"/>
          </p:cNvSpPr>
          <p:nvPr/>
        </p:nvSpPr>
        <p:spPr>
          <a:xfrm>
            <a:off x="20393025" y="4762500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7" name="Contact 46">
            <a:extLst>
              <a:ext uri="{FF2B5EF4-FFF2-40B4-BE49-F238E27FC236}">
                <a16:creationId xmlns:a16="http://schemas.microsoft.com/office/drawing/2014/main" id="{C10034F8-825C-4C0F-B861-AE65C154DE12}"/>
              </a:ext>
            </a:extLst>
          </p:cNvPr>
          <p:cNvSpPr>
            <a:spLocks noGrp="1"/>
          </p:cNvSpPr>
          <p:nvPr/>
        </p:nvSpPr>
        <p:spPr>
          <a:xfrm>
            <a:off x="20523994" y="4762500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8" name="Contact 47">
            <a:extLst>
              <a:ext uri="{FF2B5EF4-FFF2-40B4-BE49-F238E27FC236}">
                <a16:creationId xmlns:a16="http://schemas.microsoft.com/office/drawing/2014/main" id="{BA703387-26BF-4A89-9877-F73B684539F6}"/>
              </a:ext>
            </a:extLst>
          </p:cNvPr>
          <p:cNvSpPr>
            <a:spLocks noGrp="1"/>
          </p:cNvSpPr>
          <p:nvPr/>
        </p:nvSpPr>
        <p:spPr>
          <a:xfrm>
            <a:off x="20654963" y="4762500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9" name="Contact 48">
            <a:extLst>
              <a:ext uri="{FF2B5EF4-FFF2-40B4-BE49-F238E27FC236}">
                <a16:creationId xmlns:a16="http://schemas.microsoft.com/office/drawing/2014/main" id="{6DB3F775-C483-468C-9664-BBCA26B1EE20}"/>
              </a:ext>
            </a:extLst>
          </p:cNvPr>
          <p:cNvSpPr>
            <a:spLocks noGrp="1"/>
          </p:cNvSpPr>
          <p:nvPr/>
        </p:nvSpPr>
        <p:spPr>
          <a:xfrm>
            <a:off x="20785931" y="4762500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0" name="Label c₁ 2">
            <a:extLst>
              <a:ext uri="{FF2B5EF4-FFF2-40B4-BE49-F238E27FC236}">
                <a16:creationId xmlns:a16="http://schemas.microsoft.com/office/drawing/2014/main" id="{02157AD2-06DD-4F2F-A1D6-05E48EE232AC}"/>
              </a:ext>
            </a:extLst>
          </p:cNvPr>
          <p:cNvSpPr>
            <a:spLocks noGrp="1"/>
          </p:cNvSpPr>
          <p:nvPr/>
        </p:nvSpPr>
        <p:spPr>
          <a:xfrm>
            <a:off x="19850100" y="4324350"/>
            <a:ext cx="1200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10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c₁</a:t>
            </a:r>
          </a:p>
        </p:txBody>
      </p:sp>
      <p:sp>
        <p:nvSpPr>
          <p:cNvPr id="401" name="Chip front 16">
            <a:extLst>
              <a:ext uri="{FF2B5EF4-FFF2-40B4-BE49-F238E27FC236}">
                <a16:creationId xmlns:a16="http://schemas.microsoft.com/office/drawing/2014/main" id="{72E133D6-BADA-4D22-A2AD-B1A99C2BA047}"/>
              </a:ext>
            </a:extLst>
          </p:cNvPr>
          <p:cNvSpPr>
            <a:spLocks noGrp="1"/>
          </p:cNvSpPr>
          <p:nvPr/>
        </p:nvSpPr>
        <p:spPr>
          <a:xfrm>
            <a:off x="17973675" y="5581650"/>
            <a:ext cx="1200150" cy="66675"/>
          </a:xfrm>
          <a:custGeom>
            <a:avLst/>
            <a:gdLst/>
            <a:ahLst/>
            <a:cxnLst/>
            <a:rect l="0" t="0" r="0" b="0"/>
            <a:pathLst>
              <a:path w="1200150" h="66675">
                <a:moveTo>
                  <a:pt x="0" y="0"/>
                </a:moveTo>
                <a:lnTo>
                  <a:pt x="1200150" y="0"/>
                </a:lnTo>
                <a:lnTo>
                  <a:pt x="12001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B49E6D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2" name="Chip side 16">
            <a:extLst>
              <a:ext uri="{FF2B5EF4-FFF2-40B4-BE49-F238E27FC236}">
                <a16:creationId xmlns:a16="http://schemas.microsoft.com/office/drawing/2014/main" id="{69286C90-B20B-4F80-A4EB-2AD834500BF8}"/>
              </a:ext>
            </a:extLst>
          </p:cNvPr>
          <p:cNvSpPr>
            <a:spLocks noGrp="1"/>
          </p:cNvSpPr>
          <p:nvPr/>
        </p:nvSpPr>
        <p:spPr>
          <a:xfrm>
            <a:off x="19173825" y="5133975"/>
            <a:ext cx="114300" cy="514350"/>
          </a:xfrm>
          <a:custGeom>
            <a:avLst/>
            <a:gdLst/>
            <a:ahLst/>
            <a:cxnLst/>
            <a:rect l="0" t="0" r="0" b="0"/>
            <a:pathLst>
              <a:path w="114300" h="514350">
                <a:moveTo>
                  <a:pt x="114300" y="0"/>
                </a:moveTo>
                <a:lnTo>
                  <a:pt x="114300" y="66675"/>
                </a:lnTo>
                <a:lnTo>
                  <a:pt x="0" y="514350"/>
                </a:lnTo>
                <a:lnTo>
                  <a:pt x="0" y="447675"/>
                </a:lnTo>
                <a:close/>
              </a:path>
            </a:pathLst>
          </a:custGeom>
          <a:solidFill>
            <a:srgbClr val="A18E62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3" name="Chip top 16">
            <a:extLst>
              <a:ext uri="{FF2B5EF4-FFF2-40B4-BE49-F238E27FC236}">
                <a16:creationId xmlns:a16="http://schemas.microsoft.com/office/drawing/2014/main" id="{D9A5F0E6-5F40-4B5D-A747-2A1C77E508E1}"/>
              </a:ext>
            </a:extLst>
          </p:cNvPr>
          <p:cNvSpPr>
            <a:spLocks noGrp="1"/>
          </p:cNvSpPr>
          <p:nvPr/>
        </p:nvSpPr>
        <p:spPr>
          <a:xfrm>
            <a:off x="17973675" y="5133975"/>
            <a:ext cx="1314450" cy="447675"/>
          </a:xfrm>
          <a:custGeom>
            <a:avLst/>
            <a:gdLst/>
            <a:ahLst/>
            <a:cxnLst/>
            <a:rect l="0" t="0" r="0" b="0"/>
            <a:pathLst>
              <a:path w="1314450" h="447675">
                <a:moveTo>
                  <a:pt x="114300" y="0"/>
                </a:moveTo>
                <a:lnTo>
                  <a:pt x="1314450" y="0"/>
                </a:lnTo>
                <a:lnTo>
                  <a:pt x="1200150" y="447675"/>
                </a:lnTo>
                <a:lnTo>
                  <a:pt x="0" y="447675"/>
                </a:lnTo>
                <a:close/>
              </a:path>
            </a:pathLst>
          </a:custGeom>
          <a:solidFill>
            <a:srgbClr val="CFB67D"/>
          </a:solidFill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4" name="Connection 164">
            <a:extLst>
              <a:ext uri="{FF2B5EF4-FFF2-40B4-BE49-F238E27FC236}">
                <a16:creationId xmlns:a16="http://schemas.microsoft.com/office/drawing/2014/main" id="{C4F5F0E8-75ED-44F0-97B7-1F236ECCA7C9}"/>
              </a:ext>
            </a:extLst>
          </p:cNvPr>
          <p:cNvSpPr>
            <a:spLocks noGrp="1"/>
          </p:cNvSpPr>
          <p:nvPr/>
        </p:nvSpPr>
        <p:spPr>
          <a:xfrm>
            <a:off x="18213705" y="5162550"/>
            <a:ext cx="114300" cy="390525"/>
          </a:xfrm>
          <a:custGeom>
            <a:avLst/>
            <a:gdLst/>
            <a:ahLst/>
            <a:cxnLst/>
            <a:rect l="0" t="0" r="0" b="0"/>
            <a:pathLst>
              <a:path w="114300" h="390525">
                <a:moveTo>
                  <a:pt x="114300" y="0"/>
                </a:moveTo>
                <a:lnTo>
                  <a:pt x="0" y="390525"/>
                </a:lnTo>
              </a:path>
            </a:pathLst>
          </a:custGeom>
          <a:noFill/>
          <a:ln w="5715">
            <a:solidFill>
              <a:srgbClr val="BCA67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5" name="Connection 165">
            <a:extLst>
              <a:ext uri="{FF2B5EF4-FFF2-40B4-BE49-F238E27FC236}">
                <a16:creationId xmlns:a16="http://schemas.microsoft.com/office/drawing/2014/main" id="{485605BC-AA87-4696-AE06-004600B4BBD8}"/>
              </a:ext>
            </a:extLst>
          </p:cNvPr>
          <p:cNvSpPr>
            <a:spLocks noGrp="1"/>
          </p:cNvSpPr>
          <p:nvPr/>
        </p:nvSpPr>
        <p:spPr>
          <a:xfrm>
            <a:off x="18453735" y="5162550"/>
            <a:ext cx="114300" cy="390525"/>
          </a:xfrm>
          <a:custGeom>
            <a:avLst/>
            <a:gdLst/>
            <a:ahLst/>
            <a:cxnLst/>
            <a:rect l="0" t="0" r="0" b="0"/>
            <a:pathLst>
              <a:path w="114300" h="390525">
                <a:moveTo>
                  <a:pt x="114300" y="0"/>
                </a:moveTo>
                <a:lnTo>
                  <a:pt x="0" y="390525"/>
                </a:lnTo>
              </a:path>
            </a:pathLst>
          </a:custGeom>
          <a:noFill/>
          <a:ln w="5715">
            <a:solidFill>
              <a:srgbClr val="BCA67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6" name="Connection 166">
            <a:extLst>
              <a:ext uri="{FF2B5EF4-FFF2-40B4-BE49-F238E27FC236}">
                <a16:creationId xmlns:a16="http://schemas.microsoft.com/office/drawing/2014/main" id="{1AA5B678-B03D-4824-B954-64F35671D606}"/>
              </a:ext>
            </a:extLst>
          </p:cNvPr>
          <p:cNvSpPr>
            <a:spLocks noGrp="1"/>
          </p:cNvSpPr>
          <p:nvPr/>
        </p:nvSpPr>
        <p:spPr>
          <a:xfrm>
            <a:off x="18693765" y="5162550"/>
            <a:ext cx="114300" cy="390525"/>
          </a:xfrm>
          <a:custGeom>
            <a:avLst/>
            <a:gdLst/>
            <a:ahLst/>
            <a:cxnLst/>
            <a:rect l="0" t="0" r="0" b="0"/>
            <a:pathLst>
              <a:path w="114300" h="390525">
                <a:moveTo>
                  <a:pt x="114300" y="0"/>
                </a:moveTo>
                <a:lnTo>
                  <a:pt x="0" y="390525"/>
                </a:lnTo>
              </a:path>
            </a:pathLst>
          </a:custGeom>
          <a:noFill/>
          <a:ln w="5715">
            <a:solidFill>
              <a:srgbClr val="BCA67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7" name="Connection 167">
            <a:extLst>
              <a:ext uri="{FF2B5EF4-FFF2-40B4-BE49-F238E27FC236}">
                <a16:creationId xmlns:a16="http://schemas.microsoft.com/office/drawing/2014/main" id="{69C4A0CD-91C3-42C3-A4A2-92691D17D6F6}"/>
              </a:ext>
            </a:extLst>
          </p:cNvPr>
          <p:cNvSpPr>
            <a:spLocks noGrp="1"/>
          </p:cNvSpPr>
          <p:nvPr/>
        </p:nvSpPr>
        <p:spPr>
          <a:xfrm>
            <a:off x="18933795" y="5162550"/>
            <a:ext cx="114300" cy="390525"/>
          </a:xfrm>
          <a:custGeom>
            <a:avLst/>
            <a:gdLst/>
            <a:ahLst/>
            <a:cxnLst/>
            <a:rect l="0" t="0" r="0" b="0"/>
            <a:pathLst>
              <a:path w="114300" h="390525">
                <a:moveTo>
                  <a:pt x="114300" y="0"/>
                </a:moveTo>
                <a:lnTo>
                  <a:pt x="0" y="390525"/>
                </a:lnTo>
              </a:path>
            </a:pathLst>
          </a:custGeom>
          <a:noFill/>
          <a:ln w="5715">
            <a:solidFill>
              <a:srgbClr val="BCA67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8" name="Connection 168">
            <a:extLst>
              <a:ext uri="{FF2B5EF4-FFF2-40B4-BE49-F238E27FC236}">
                <a16:creationId xmlns:a16="http://schemas.microsoft.com/office/drawing/2014/main" id="{DFF28930-DB4D-46D1-9E33-92D1FE309F13}"/>
              </a:ext>
            </a:extLst>
          </p:cNvPr>
          <p:cNvSpPr>
            <a:spLocks noGrp="1"/>
          </p:cNvSpPr>
          <p:nvPr/>
        </p:nvSpPr>
        <p:spPr>
          <a:xfrm>
            <a:off x="18078450" y="5283200"/>
            <a:ext cx="1143000" cy="953"/>
          </a:xfrm>
          <a:custGeom>
            <a:avLst/>
            <a:gdLst/>
            <a:ahLst/>
            <a:cxnLst/>
            <a:rect l="0" t="0" r="0" b="0"/>
            <a:pathLst>
              <a:path w="1143000" h="953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">
            <a:solidFill>
              <a:srgbClr val="BCA67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9" name="Connection 169">
            <a:extLst>
              <a:ext uri="{FF2B5EF4-FFF2-40B4-BE49-F238E27FC236}">
                <a16:creationId xmlns:a16="http://schemas.microsoft.com/office/drawing/2014/main" id="{B47BB86C-2D9C-4AFF-882C-23AA71ACD1E9}"/>
              </a:ext>
            </a:extLst>
          </p:cNvPr>
          <p:cNvSpPr>
            <a:spLocks noGrp="1"/>
          </p:cNvSpPr>
          <p:nvPr/>
        </p:nvSpPr>
        <p:spPr>
          <a:xfrm>
            <a:off x="18040350" y="5432425"/>
            <a:ext cx="1143000" cy="953"/>
          </a:xfrm>
          <a:custGeom>
            <a:avLst/>
            <a:gdLst/>
            <a:ahLst/>
            <a:cxnLst/>
            <a:rect l="0" t="0" r="0" b="0"/>
            <a:pathLst>
              <a:path w="1143000" h="953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">
            <a:solidFill>
              <a:srgbClr val="BCA67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0" name="Contact 49">
            <a:extLst>
              <a:ext uri="{FF2B5EF4-FFF2-40B4-BE49-F238E27FC236}">
                <a16:creationId xmlns:a16="http://schemas.microsoft.com/office/drawing/2014/main" id="{9FEF48A4-9F98-4AF0-9B4C-98FD3607367A}"/>
              </a:ext>
            </a:extLst>
          </p:cNvPr>
          <p:cNvSpPr>
            <a:spLocks noGrp="1"/>
          </p:cNvSpPr>
          <p:nvPr/>
        </p:nvSpPr>
        <p:spPr>
          <a:xfrm>
            <a:off x="18049875" y="5591175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1" name="Contact 50">
            <a:extLst>
              <a:ext uri="{FF2B5EF4-FFF2-40B4-BE49-F238E27FC236}">
                <a16:creationId xmlns:a16="http://schemas.microsoft.com/office/drawing/2014/main" id="{0A39FD1A-D889-4237-9080-09271777B2D1}"/>
              </a:ext>
            </a:extLst>
          </p:cNvPr>
          <p:cNvSpPr>
            <a:spLocks noGrp="1"/>
          </p:cNvSpPr>
          <p:nvPr/>
        </p:nvSpPr>
        <p:spPr>
          <a:xfrm>
            <a:off x="18180844" y="5591175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2" name="Contact 51">
            <a:extLst>
              <a:ext uri="{FF2B5EF4-FFF2-40B4-BE49-F238E27FC236}">
                <a16:creationId xmlns:a16="http://schemas.microsoft.com/office/drawing/2014/main" id="{FED3FB38-012A-42B2-9557-D14F52796D8C}"/>
              </a:ext>
            </a:extLst>
          </p:cNvPr>
          <p:cNvSpPr>
            <a:spLocks noGrp="1"/>
          </p:cNvSpPr>
          <p:nvPr/>
        </p:nvSpPr>
        <p:spPr>
          <a:xfrm>
            <a:off x="18311813" y="5591175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3" name="Contact 52">
            <a:extLst>
              <a:ext uri="{FF2B5EF4-FFF2-40B4-BE49-F238E27FC236}">
                <a16:creationId xmlns:a16="http://schemas.microsoft.com/office/drawing/2014/main" id="{1E198A3D-6F4B-4B42-A878-707AA10CA6EE}"/>
              </a:ext>
            </a:extLst>
          </p:cNvPr>
          <p:cNvSpPr>
            <a:spLocks noGrp="1"/>
          </p:cNvSpPr>
          <p:nvPr/>
        </p:nvSpPr>
        <p:spPr>
          <a:xfrm>
            <a:off x="18442781" y="5591175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4" name="Contact 53">
            <a:extLst>
              <a:ext uri="{FF2B5EF4-FFF2-40B4-BE49-F238E27FC236}">
                <a16:creationId xmlns:a16="http://schemas.microsoft.com/office/drawing/2014/main" id="{1DC1AC22-7274-44EB-BBE9-A5C8DB6FAA16}"/>
              </a:ext>
            </a:extLst>
          </p:cNvPr>
          <p:cNvSpPr>
            <a:spLocks noGrp="1"/>
          </p:cNvSpPr>
          <p:nvPr/>
        </p:nvSpPr>
        <p:spPr>
          <a:xfrm>
            <a:off x="18573750" y="5591175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5" name="Contact 54">
            <a:extLst>
              <a:ext uri="{FF2B5EF4-FFF2-40B4-BE49-F238E27FC236}">
                <a16:creationId xmlns:a16="http://schemas.microsoft.com/office/drawing/2014/main" id="{3CD24FA7-7EB2-4794-B28D-15510A3D855B}"/>
              </a:ext>
            </a:extLst>
          </p:cNvPr>
          <p:cNvSpPr>
            <a:spLocks noGrp="1"/>
          </p:cNvSpPr>
          <p:nvPr/>
        </p:nvSpPr>
        <p:spPr>
          <a:xfrm>
            <a:off x="18704719" y="5591175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6" name="Contact 55">
            <a:extLst>
              <a:ext uri="{FF2B5EF4-FFF2-40B4-BE49-F238E27FC236}">
                <a16:creationId xmlns:a16="http://schemas.microsoft.com/office/drawing/2014/main" id="{4DD7ADBC-53A2-4CFB-85FA-6BD586F053BA}"/>
              </a:ext>
            </a:extLst>
          </p:cNvPr>
          <p:cNvSpPr>
            <a:spLocks noGrp="1"/>
          </p:cNvSpPr>
          <p:nvPr/>
        </p:nvSpPr>
        <p:spPr>
          <a:xfrm>
            <a:off x="18835688" y="5591175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7" name="Contact 56">
            <a:extLst>
              <a:ext uri="{FF2B5EF4-FFF2-40B4-BE49-F238E27FC236}">
                <a16:creationId xmlns:a16="http://schemas.microsoft.com/office/drawing/2014/main" id="{F8D28143-F712-41BA-8E01-84307BB6088F}"/>
              </a:ext>
            </a:extLst>
          </p:cNvPr>
          <p:cNvSpPr>
            <a:spLocks noGrp="1"/>
          </p:cNvSpPr>
          <p:nvPr/>
        </p:nvSpPr>
        <p:spPr>
          <a:xfrm>
            <a:off x="18966656" y="5591175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8" name="Label c₂ 2">
            <a:extLst>
              <a:ext uri="{FF2B5EF4-FFF2-40B4-BE49-F238E27FC236}">
                <a16:creationId xmlns:a16="http://schemas.microsoft.com/office/drawing/2014/main" id="{16D5DB5A-6171-49B7-8516-E3A17C15CC42}"/>
              </a:ext>
            </a:extLst>
          </p:cNvPr>
          <p:cNvSpPr>
            <a:spLocks noGrp="1"/>
          </p:cNvSpPr>
          <p:nvPr/>
        </p:nvSpPr>
        <p:spPr>
          <a:xfrm>
            <a:off x="18030825" y="5153025"/>
            <a:ext cx="1200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10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c₂</a:t>
            </a:r>
          </a:p>
        </p:txBody>
      </p:sp>
      <p:sp>
        <p:nvSpPr>
          <p:cNvPr id="419" name="Chip front 17">
            <a:extLst>
              <a:ext uri="{FF2B5EF4-FFF2-40B4-BE49-F238E27FC236}">
                <a16:creationId xmlns:a16="http://schemas.microsoft.com/office/drawing/2014/main" id="{DB0B6128-F284-4688-B608-0E504F94D786}"/>
              </a:ext>
            </a:extLst>
          </p:cNvPr>
          <p:cNvSpPr>
            <a:spLocks noGrp="1"/>
          </p:cNvSpPr>
          <p:nvPr/>
        </p:nvSpPr>
        <p:spPr>
          <a:xfrm>
            <a:off x="19792950" y="5581650"/>
            <a:ext cx="1200150" cy="66675"/>
          </a:xfrm>
          <a:custGeom>
            <a:avLst/>
            <a:gdLst/>
            <a:ahLst/>
            <a:cxnLst/>
            <a:rect l="0" t="0" r="0" b="0"/>
            <a:pathLst>
              <a:path w="1200150" h="66675">
                <a:moveTo>
                  <a:pt x="0" y="0"/>
                </a:moveTo>
                <a:lnTo>
                  <a:pt x="1200150" y="0"/>
                </a:lnTo>
                <a:lnTo>
                  <a:pt x="12001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978A9F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0" name="Chip side 17">
            <a:extLst>
              <a:ext uri="{FF2B5EF4-FFF2-40B4-BE49-F238E27FC236}">
                <a16:creationId xmlns:a16="http://schemas.microsoft.com/office/drawing/2014/main" id="{FE48AB7E-FEFF-4E1D-A277-E1883AE185B1}"/>
              </a:ext>
            </a:extLst>
          </p:cNvPr>
          <p:cNvSpPr>
            <a:spLocks noGrp="1"/>
          </p:cNvSpPr>
          <p:nvPr/>
        </p:nvSpPr>
        <p:spPr>
          <a:xfrm>
            <a:off x="20993100" y="5133975"/>
            <a:ext cx="114300" cy="514350"/>
          </a:xfrm>
          <a:custGeom>
            <a:avLst/>
            <a:gdLst/>
            <a:ahLst/>
            <a:cxnLst/>
            <a:rect l="0" t="0" r="0" b="0"/>
            <a:pathLst>
              <a:path w="114300" h="514350">
                <a:moveTo>
                  <a:pt x="114300" y="0"/>
                </a:moveTo>
                <a:lnTo>
                  <a:pt x="114300" y="66675"/>
                </a:lnTo>
                <a:lnTo>
                  <a:pt x="0" y="514350"/>
                </a:lnTo>
                <a:lnTo>
                  <a:pt x="0" y="447675"/>
                </a:lnTo>
                <a:close/>
              </a:path>
            </a:pathLst>
          </a:custGeom>
          <a:solidFill>
            <a:srgbClr val="887C8F"/>
          </a:solidFill>
          <a:ln w="11906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1" name="Chip top 17">
            <a:extLst>
              <a:ext uri="{FF2B5EF4-FFF2-40B4-BE49-F238E27FC236}">
                <a16:creationId xmlns:a16="http://schemas.microsoft.com/office/drawing/2014/main" id="{657B443E-5B94-4F13-8822-C7ED888894B4}"/>
              </a:ext>
            </a:extLst>
          </p:cNvPr>
          <p:cNvSpPr>
            <a:spLocks noGrp="1"/>
          </p:cNvSpPr>
          <p:nvPr/>
        </p:nvSpPr>
        <p:spPr>
          <a:xfrm>
            <a:off x="19792950" y="5133975"/>
            <a:ext cx="1314450" cy="447675"/>
          </a:xfrm>
          <a:custGeom>
            <a:avLst/>
            <a:gdLst/>
            <a:ahLst/>
            <a:cxnLst/>
            <a:rect l="0" t="0" r="0" b="0"/>
            <a:pathLst>
              <a:path w="1314450" h="447675">
                <a:moveTo>
                  <a:pt x="114300" y="0"/>
                </a:moveTo>
                <a:lnTo>
                  <a:pt x="1314450" y="0"/>
                </a:lnTo>
                <a:lnTo>
                  <a:pt x="1200150" y="447675"/>
                </a:lnTo>
                <a:lnTo>
                  <a:pt x="0" y="447675"/>
                </a:lnTo>
                <a:close/>
              </a:path>
            </a:pathLst>
          </a:custGeom>
          <a:solidFill>
            <a:srgbClr val="AE9FB7"/>
          </a:solidFill>
          <a:ln w="13335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2" name="Connection 170">
            <a:extLst>
              <a:ext uri="{FF2B5EF4-FFF2-40B4-BE49-F238E27FC236}">
                <a16:creationId xmlns:a16="http://schemas.microsoft.com/office/drawing/2014/main" id="{C0255FCE-9407-472A-AFD9-A6832FB91B2D}"/>
              </a:ext>
            </a:extLst>
          </p:cNvPr>
          <p:cNvSpPr>
            <a:spLocks noGrp="1"/>
          </p:cNvSpPr>
          <p:nvPr/>
        </p:nvSpPr>
        <p:spPr>
          <a:xfrm>
            <a:off x="20032980" y="5162550"/>
            <a:ext cx="114300" cy="390525"/>
          </a:xfrm>
          <a:custGeom>
            <a:avLst/>
            <a:gdLst/>
            <a:ahLst/>
            <a:cxnLst/>
            <a:rect l="0" t="0" r="0" b="0"/>
            <a:pathLst>
              <a:path w="114300" h="390525">
                <a:moveTo>
                  <a:pt x="114300" y="0"/>
                </a:moveTo>
                <a:lnTo>
                  <a:pt x="0" y="390525"/>
                </a:lnTo>
              </a:path>
            </a:pathLst>
          </a:custGeom>
          <a:noFill/>
          <a:ln w="5715">
            <a:solidFill>
              <a:srgbClr val="9E91A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3" name="Connection 171">
            <a:extLst>
              <a:ext uri="{FF2B5EF4-FFF2-40B4-BE49-F238E27FC236}">
                <a16:creationId xmlns:a16="http://schemas.microsoft.com/office/drawing/2014/main" id="{B330BF20-E0F1-4F6F-A4CE-EE15AA5AFE26}"/>
              </a:ext>
            </a:extLst>
          </p:cNvPr>
          <p:cNvSpPr>
            <a:spLocks noGrp="1"/>
          </p:cNvSpPr>
          <p:nvPr/>
        </p:nvSpPr>
        <p:spPr>
          <a:xfrm>
            <a:off x="20273010" y="5162550"/>
            <a:ext cx="114300" cy="390525"/>
          </a:xfrm>
          <a:custGeom>
            <a:avLst/>
            <a:gdLst/>
            <a:ahLst/>
            <a:cxnLst/>
            <a:rect l="0" t="0" r="0" b="0"/>
            <a:pathLst>
              <a:path w="114300" h="390525">
                <a:moveTo>
                  <a:pt x="114300" y="0"/>
                </a:moveTo>
                <a:lnTo>
                  <a:pt x="0" y="390525"/>
                </a:lnTo>
              </a:path>
            </a:pathLst>
          </a:custGeom>
          <a:noFill/>
          <a:ln w="5715">
            <a:solidFill>
              <a:srgbClr val="9E91A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4" name="Connection 172">
            <a:extLst>
              <a:ext uri="{FF2B5EF4-FFF2-40B4-BE49-F238E27FC236}">
                <a16:creationId xmlns:a16="http://schemas.microsoft.com/office/drawing/2014/main" id="{147EF756-6229-4E85-8CE9-B7C978F499A1}"/>
              </a:ext>
            </a:extLst>
          </p:cNvPr>
          <p:cNvSpPr>
            <a:spLocks noGrp="1"/>
          </p:cNvSpPr>
          <p:nvPr/>
        </p:nvSpPr>
        <p:spPr>
          <a:xfrm>
            <a:off x="20513040" y="5162550"/>
            <a:ext cx="114300" cy="390525"/>
          </a:xfrm>
          <a:custGeom>
            <a:avLst/>
            <a:gdLst/>
            <a:ahLst/>
            <a:cxnLst/>
            <a:rect l="0" t="0" r="0" b="0"/>
            <a:pathLst>
              <a:path w="114300" h="390525">
                <a:moveTo>
                  <a:pt x="114300" y="0"/>
                </a:moveTo>
                <a:lnTo>
                  <a:pt x="0" y="390525"/>
                </a:lnTo>
              </a:path>
            </a:pathLst>
          </a:custGeom>
          <a:noFill/>
          <a:ln w="5715">
            <a:solidFill>
              <a:srgbClr val="9E91A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5" name="Connection 173">
            <a:extLst>
              <a:ext uri="{FF2B5EF4-FFF2-40B4-BE49-F238E27FC236}">
                <a16:creationId xmlns:a16="http://schemas.microsoft.com/office/drawing/2014/main" id="{FF4C4BAF-7978-4EAC-9AB4-5B049A582877}"/>
              </a:ext>
            </a:extLst>
          </p:cNvPr>
          <p:cNvSpPr>
            <a:spLocks noGrp="1"/>
          </p:cNvSpPr>
          <p:nvPr/>
        </p:nvSpPr>
        <p:spPr>
          <a:xfrm>
            <a:off x="20753070" y="5162550"/>
            <a:ext cx="114300" cy="390525"/>
          </a:xfrm>
          <a:custGeom>
            <a:avLst/>
            <a:gdLst/>
            <a:ahLst/>
            <a:cxnLst/>
            <a:rect l="0" t="0" r="0" b="0"/>
            <a:pathLst>
              <a:path w="114300" h="390525">
                <a:moveTo>
                  <a:pt x="114300" y="0"/>
                </a:moveTo>
                <a:lnTo>
                  <a:pt x="0" y="390525"/>
                </a:lnTo>
              </a:path>
            </a:pathLst>
          </a:custGeom>
          <a:noFill/>
          <a:ln w="5715">
            <a:solidFill>
              <a:srgbClr val="9E91A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6" name="Connection 174">
            <a:extLst>
              <a:ext uri="{FF2B5EF4-FFF2-40B4-BE49-F238E27FC236}">
                <a16:creationId xmlns:a16="http://schemas.microsoft.com/office/drawing/2014/main" id="{4E6BD3CA-ECC1-4B07-853A-3D065C41B425}"/>
              </a:ext>
            </a:extLst>
          </p:cNvPr>
          <p:cNvSpPr>
            <a:spLocks noGrp="1"/>
          </p:cNvSpPr>
          <p:nvPr/>
        </p:nvSpPr>
        <p:spPr>
          <a:xfrm>
            <a:off x="19897725" y="5283200"/>
            <a:ext cx="1143000" cy="953"/>
          </a:xfrm>
          <a:custGeom>
            <a:avLst/>
            <a:gdLst/>
            <a:ahLst/>
            <a:cxnLst/>
            <a:rect l="0" t="0" r="0" b="0"/>
            <a:pathLst>
              <a:path w="1143000" h="953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">
            <a:solidFill>
              <a:srgbClr val="9E91A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7" name="Connection 175">
            <a:extLst>
              <a:ext uri="{FF2B5EF4-FFF2-40B4-BE49-F238E27FC236}">
                <a16:creationId xmlns:a16="http://schemas.microsoft.com/office/drawing/2014/main" id="{AB8D691C-5F1E-4407-8905-41FE115ECD51}"/>
              </a:ext>
            </a:extLst>
          </p:cNvPr>
          <p:cNvSpPr>
            <a:spLocks noGrp="1"/>
          </p:cNvSpPr>
          <p:nvPr/>
        </p:nvSpPr>
        <p:spPr>
          <a:xfrm>
            <a:off x="19859625" y="5432425"/>
            <a:ext cx="1143000" cy="953"/>
          </a:xfrm>
          <a:custGeom>
            <a:avLst/>
            <a:gdLst/>
            <a:ahLst/>
            <a:cxnLst/>
            <a:rect l="0" t="0" r="0" b="0"/>
            <a:pathLst>
              <a:path w="1143000" h="953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">
            <a:solidFill>
              <a:srgbClr val="9E91A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8" name="Contact 57">
            <a:extLst>
              <a:ext uri="{FF2B5EF4-FFF2-40B4-BE49-F238E27FC236}">
                <a16:creationId xmlns:a16="http://schemas.microsoft.com/office/drawing/2014/main" id="{891F6ABB-CD91-4583-AA40-964E82436250}"/>
              </a:ext>
            </a:extLst>
          </p:cNvPr>
          <p:cNvSpPr>
            <a:spLocks noGrp="1"/>
          </p:cNvSpPr>
          <p:nvPr/>
        </p:nvSpPr>
        <p:spPr>
          <a:xfrm>
            <a:off x="19869150" y="5591175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9" name="Contact 58">
            <a:extLst>
              <a:ext uri="{FF2B5EF4-FFF2-40B4-BE49-F238E27FC236}">
                <a16:creationId xmlns:a16="http://schemas.microsoft.com/office/drawing/2014/main" id="{81B77713-4BF2-4527-982D-060E5104A953}"/>
              </a:ext>
            </a:extLst>
          </p:cNvPr>
          <p:cNvSpPr>
            <a:spLocks noGrp="1"/>
          </p:cNvSpPr>
          <p:nvPr/>
        </p:nvSpPr>
        <p:spPr>
          <a:xfrm>
            <a:off x="20000119" y="5591175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0" name="Contact 59">
            <a:extLst>
              <a:ext uri="{FF2B5EF4-FFF2-40B4-BE49-F238E27FC236}">
                <a16:creationId xmlns:a16="http://schemas.microsoft.com/office/drawing/2014/main" id="{559E22F4-7B9A-4658-9621-0CB7DD0905B5}"/>
              </a:ext>
            </a:extLst>
          </p:cNvPr>
          <p:cNvSpPr>
            <a:spLocks noGrp="1"/>
          </p:cNvSpPr>
          <p:nvPr/>
        </p:nvSpPr>
        <p:spPr>
          <a:xfrm>
            <a:off x="20131088" y="5591175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1" name="Contact 60">
            <a:extLst>
              <a:ext uri="{FF2B5EF4-FFF2-40B4-BE49-F238E27FC236}">
                <a16:creationId xmlns:a16="http://schemas.microsoft.com/office/drawing/2014/main" id="{48379F8C-71AD-4A91-95DF-91E6FEB09FFE}"/>
              </a:ext>
            </a:extLst>
          </p:cNvPr>
          <p:cNvSpPr>
            <a:spLocks noGrp="1"/>
          </p:cNvSpPr>
          <p:nvPr/>
        </p:nvSpPr>
        <p:spPr>
          <a:xfrm>
            <a:off x="20262056" y="5591175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2" name="Contact 61">
            <a:extLst>
              <a:ext uri="{FF2B5EF4-FFF2-40B4-BE49-F238E27FC236}">
                <a16:creationId xmlns:a16="http://schemas.microsoft.com/office/drawing/2014/main" id="{C2B3ACCB-B0CB-49D8-9792-4AFBD5CAF0A1}"/>
              </a:ext>
            </a:extLst>
          </p:cNvPr>
          <p:cNvSpPr>
            <a:spLocks noGrp="1"/>
          </p:cNvSpPr>
          <p:nvPr/>
        </p:nvSpPr>
        <p:spPr>
          <a:xfrm>
            <a:off x="20393025" y="5591175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3" name="Contact 62">
            <a:extLst>
              <a:ext uri="{FF2B5EF4-FFF2-40B4-BE49-F238E27FC236}">
                <a16:creationId xmlns:a16="http://schemas.microsoft.com/office/drawing/2014/main" id="{80506314-FF97-4E63-AB9E-1E45F44B32C2}"/>
              </a:ext>
            </a:extLst>
          </p:cNvPr>
          <p:cNvSpPr>
            <a:spLocks noGrp="1"/>
          </p:cNvSpPr>
          <p:nvPr/>
        </p:nvSpPr>
        <p:spPr>
          <a:xfrm>
            <a:off x="20523994" y="5591175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4" name="Contact 63">
            <a:extLst>
              <a:ext uri="{FF2B5EF4-FFF2-40B4-BE49-F238E27FC236}">
                <a16:creationId xmlns:a16="http://schemas.microsoft.com/office/drawing/2014/main" id="{2288B111-B598-491D-852C-C510F0FAEFDE}"/>
              </a:ext>
            </a:extLst>
          </p:cNvPr>
          <p:cNvSpPr>
            <a:spLocks noGrp="1"/>
          </p:cNvSpPr>
          <p:nvPr/>
        </p:nvSpPr>
        <p:spPr>
          <a:xfrm>
            <a:off x="20654963" y="5591175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5" name="Contact 64">
            <a:extLst>
              <a:ext uri="{FF2B5EF4-FFF2-40B4-BE49-F238E27FC236}">
                <a16:creationId xmlns:a16="http://schemas.microsoft.com/office/drawing/2014/main" id="{48A91CFB-1820-4068-9EDC-956464263342}"/>
              </a:ext>
            </a:extLst>
          </p:cNvPr>
          <p:cNvSpPr>
            <a:spLocks noGrp="1"/>
          </p:cNvSpPr>
          <p:nvPr/>
        </p:nvSpPr>
        <p:spPr>
          <a:xfrm>
            <a:off x="20785931" y="5591175"/>
            <a:ext cx="33338" cy="57150"/>
          </a:xfrm>
          <a:prstGeom prst="rect">
            <a:avLst/>
          </a:prstGeom>
          <a:solidFill>
            <a:srgbClr val="CFD7DA"/>
          </a:solidFill>
          <a:ln w="3810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6" name="Label c₃ 2">
            <a:extLst>
              <a:ext uri="{FF2B5EF4-FFF2-40B4-BE49-F238E27FC236}">
                <a16:creationId xmlns:a16="http://schemas.microsoft.com/office/drawing/2014/main" id="{C5B3EC76-49FF-42EC-BAB5-C28C101DFD5F}"/>
              </a:ext>
            </a:extLst>
          </p:cNvPr>
          <p:cNvSpPr>
            <a:spLocks noGrp="1"/>
          </p:cNvSpPr>
          <p:nvPr/>
        </p:nvSpPr>
        <p:spPr>
          <a:xfrm>
            <a:off x="19850100" y="5153025"/>
            <a:ext cx="1200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10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c₃</a:t>
            </a:r>
          </a:p>
        </p:txBody>
      </p:sp>
      <p:sp>
        <p:nvSpPr>
          <p:cNvPr id="437" name="Connection 176">
            <a:extLst>
              <a:ext uri="{FF2B5EF4-FFF2-40B4-BE49-F238E27FC236}">
                <a16:creationId xmlns:a16="http://schemas.microsoft.com/office/drawing/2014/main" id="{A8130519-C0BE-44BF-8B5E-ADDCCF5235FC}"/>
              </a:ext>
            </a:extLst>
          </p:cNvPr>
          <p:cNvSpPr>
            <a:spLocks noGrp="1"/>
          </p:cNvSpPr>
          <p:nvPr/>
        </p:nvSpPr>
        <p:spPr>
          <a:xfrm>
            <a:off x="17564100" y="4533900"/>
            <a:ext cx="342900" cy="953"/>
          </a:xfrm>
          <a:custGeom>
            <a:avLst/>
            <a:gdLst/>
            <a:ahLst/>
            <a:cxnLst/>
            <a:rect l="0" t="0" r="0" b="0"/>
            <a:pathLst>
              <a:path w="342900" h="953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4765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8" name="Arrowhead 54">
            <a:extLst>
              <a:ext uri="{FF2B5EF4-FFF2-40B4-BE49-F238E27FC236}">
                <a16:creationId xmlns:a16="http://schemas.microsoft.com/office/drawing/2014/main" id="{409DB0AA-6981-4B74-94C3-1E5ECE2DBCF0}"/>
              </a:ext>
            </a:extLst>
          </p:cNvPr>
          <p:cNvSpPr>
            <a:spLocks noGrp="1"/>
          </p:cNvSpPr>
          <p:nvPr/>
        </p:nvSpPr>
        <p:spPr>
          <a:xfrm>
            <a:off x="17821275" y="4494467"/>
            <a:ext cx="85725" cy="78867"/>
          </a:xfrm>
          <a:custGeom>
            <a:avLst/>
            <a:gdLst/>
            <a:ahLst/>
            <a:cxnLst/>
            <a:rect l="0" t="0" r="0" b="0"/>
            <a:pathLst>
              <a:path w="85725" h="78867">
                <a:moveTo>
                  <a:pt x="85725" y="39433"/>
                </a:moveTo>
                <a:lnTo>
                  <a:pt x="0" y="78867"/>
                </a:lnTo>
                <a:lnTo>
                  <a:pt x="0" y="0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9" name="Arrowhead 55">
            <a:extLst>
              <a:ext uri="{FF2B5EF4-FFF2-40B4-BE49-F238E27FC236}">
                <a16:creationId xmlns:a16="http://schemas.microsoft.com/office/drawing/2014/main" id="{B6FABD93-296B-4CC6-826C-0375DA80AC2F}"/>
              </a:ext>
            </a:extLst>
          </p:cNvPr>
          <p:cNvSpPr>
            <a:spLocks noGrp="1"/>
          </p:cNvSpPr>
          <p:nvPr/>
        </p:nvSpPr>
        <p:spPr>
          <a:xfrm>
            <a:off x="17564100" y="4494467"/>
            <a:ext cx="85725" cy="78867"/>
          </a:xfrm>
          <a:custGeom>
            <a:avLst/>
            <a:gdLst/>
            <a:ahLst/>
            <a:cxnLst/>
            <a:rect l="0" t="0" r="0" b="0"/>
            <a:pathLst>
              <a:path w="85725" h="78867">
                <a:moveTo>
                  <a:pt x="0" y="39433"/>
                </a:moveTo>
                <a:lnTo>
                  <a:pt x="85725" y="0"/>
                </a:lnTo>
                <a:lnTo>
                  <a:pt x="85725" y="78867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0" name="Connection 177">
            <a:extLst>
              <a:ext uri="{FF2B5EF4-FFF2-40B4-BE49-F238E27FC236}">
                <a16:creationId xmlns:a16="http://schemas.microsoft.com/office/drawing/2014/main" id="{C2BFCFA4-3298-49AC-9D0C-7CB3BBDACB1E}"/>
              </a:ext>
            </a:extLst>
          </p:cNvPr>
          <p:cNvSpPr>
            <a:spLocks noGrp="1"/>
          </p:cNvSpPr>
          <p:nvPr/>
        </p:nvSpPr>
        <p:spPr>
          <a:xfrm>
            <a:off x="18526125" y="3910523"/>
            <a:ext cx="104775" cy="394777"/>
          </a:xfrm>
          <a:custGeom>
            <a:avLst/>
            <a:gdLst/>
            <a:ahLst/>
            <a:cxnLst/>
            <a:rect l="0" t="0" r="0" b="0"/>
            <a:pathLst>
              <a:path w="76200" h="304800">
                <a:moveTo>
                  <a:pt x="0" y="0"/>
                </a:moveTo>
                <a:lnTo>
                  <a:pt x="76200" y="304800"/>
                </a:lnTo>
              </a:path>
            </a:pathLst>
          </a:custGeom>
          <a:noFill/>
          <a:ln w="10478">
            <a:solidFill>
              <a:srgbClr val="68798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1" name="Connection 178">
            <a:extLst>
              <a:ext uri="{FF2B5EF4-FFF2-40B4-BE49-F238E27FC236}">
                <a16:creationId xmlns:a16="http://schemas.microsoft.com/office/drawing/2014/main" id="{592C6396-1CF7-4EAE-9C3B-00114C96D749}"/>
              </a:ext>
            </a:extLst>
          </p:cNvPr>
          <p:cNvSpPr>
            <a:spLocks noGrp="1"/>
          </p:cNvSpPr>
          <p:nvPr/>
        </p:nvSpPr>
        <p:spPr>
          <a:xfrm>
            <a:off x="19288125" y="3938302"/>
            <a:ext cx="2155451" cy="366998"/>
          </a:xfrm>
          <a:custGeom>
            <a:avLst/>
            <a:gdLst/>
            <a:ahLst/>
            <a:cxnLst/>
            <a:rect l="0" t="0" r="0" b="0"/>
            <a:pathLst>
              <a:path w="1990725" h="304800">
                <a:moveTo>
                  <a:pt x="1990725" y="0"/>
                </a:moveTo>
                <a:lnTo>
                  <a:pt x="0" y="304800"/>
                </a:lnTo>
              </a:path>
            </a:pathLst>
          </a:custGeom>
          <a:noFill/>
          <a:ln w="10478">
            <a:solidFill>
              <a:srgbClr val="68798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2" name="Label Interposer 1">
            <a:extLst>
              <a:ext uri="{FF2B5EF4-FFF2-40B4-BE49-F238E27FC236}">
                <a16:creationId xmlns:a16="http://schemas.microsoft.com/office/drawing/2014/main" id="{9930EBF1-1912-4650-8E37-E625F22057E2}"/>
              </a:ext>
            </a:extLst>
          </p:cNvPr>
          <p:cNvSpPr>
            <a:spLocks noGrp="1"/>
          </p:cNvSpPr>
          <p:nvPr/>
        </p:nvSpPr>
        <p:spPr>
          <a:xfrm>
            <a:off x="17602200" y="5734050"/>
            <a:ext cx="4381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0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Interposer</a:t>
            </a:r>
          </a:p>
        </p:txBody>
      </p:sp>
      <p:sp>
        <p:nvSpPr>
          <p:cNvPr id="443" name="Label PPA 1">
            <a:extLst>
              <a:ext uri="{FF2B5EF4-FFF2-40B4-BE49-F238E27FC236}">
                <a16:creationId xmlns:a16="http://schemas.microsoft.com/office/drawing/2014/main" id="{1FF30385-9590-49FF-B695-73BB3BEEF186}"/>
              </a:ext>
            </a:extLst>
          </p:cNvPr>
          <p:cNvSpPr>
            <a:spLocks noGrp="1"/>
          </p:cNvSpPr>
          <p:nvPr/>
        </p:nvSpPr>
        <p:spPr>
          <a:xfrm>
            <a:off x="17478375" y="6057900"/>
            <a:ext cx="35623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17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PPA</a:t>
            </a:r>
          </a:p>
        </p:txBody>
      </p:sp>
      <p:sp>
        <p:nvSpPr>
          <p:cNvPr id="444" name="PPA indicator 1">
            <a:extLst>
              <a:ext uri="{FF2B5EF4-FFF2-40B4-BE49-F238E27FC236}">
                <a16:creationId xmlns:a16="http://schemas.microsoft.com/office/drawing/2014/main" id="{0070FA5D-F81B-4E93-906B-258BDA851DA7}"/>
              </a:ext>
            </a:extLst>
          </p:cNvPr>
          <p:cNvSpPr>
            <a:spLocks noGrp="1"/>
          </p:cNvSpPr>
          <p:nvPr/>
        </p:nvSpPr>
        <p:spPr>
          <a:xfrm>
            <a:off x="16430625" y="6372225"/>
            <a:ext cx="1628775" cy="123825"/>
          </a:xfrm>
          <a:prstGeom prst="rect">
            <a:avLst/>
          </a:prstGeom>
          <a:solidFill>
            <a:srgbClr val="FFFFFF"/>
          </a:solidFill>
          <a:ln w="8573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5" name="Illustrative indicator 1">
            <a:extLst>
              <a:ext uri="{FF2B5EF4-FFF2-40B4-BE49-F238E27FC236}">
                <a16:creationId xmlns:a16="http://schemas.microsoft.com/office/drawing/2014/main" id="{9960D846-BA72-4DC1-92EB-123AE0C17369}"/>
              </a:ext>
            </a:extLst>
          </p:cNvPr>
          <p:cNvSpPr>
            <a:spLocks noGrp="1"/>
          </p:cNvSpPr>
          <p:nvPr/>
        </p:nvSpPr>
        <p:spPr>
          <a:xfrm>
            <a:off x="16435388" y="6376988"/>
            <a:ext cx="971550" cy="114300"/>
          </a:xfrm>
          <a:prstGeom prst="rect">
            <a:avLst/>
          </a:prstGeom>
          <a:solidFill>
            <a:srgbClr val="91B2A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6" name="Label Power 1">
            <a:extLst>
              <a:ext uri="{FF2B5EF4-FFF2-40B4-BE49-F238E27FC236}">
                <a16:creationId xmlns:a16="http://schemas.microsoft.com/office/drawing/2014/main" id="{B6384C81-3CB0-40BA-9072-D90FE0920847}"/>
              </a:ext>
            </a:extLst>
          </p:cNvPr>
          <p:cNvSpPr>
            <a:spLocks noGrp="1"/>
          </p:cNvSpPr>
          <p:nvPr/>
        </p:nvSpPr>
        <p:spPr>
          <a:xfrm>
            <a:off x="16354425" y="6534150"/>
            <a:ext cx="1781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0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Power</a:t>
            </a:r>
          </a:p>
        </p:txBody>
      </p:sp>
      <p:sp>
        <p:nvSpPr>
          <p:cNvPr id="447" name="PPA indicator 2">
            <a:extLst>
              <a:ext uri="{FF2B5EF4-FFF2-40B4-BE49-F238E27FC236}">
                <a16:creationId xmlns:a16="http://schemas.microsoft.com/office/drawing/2014/main" id="{15A05521-E90B-42A4-A270-0A93C41557DE}"/>
              </a:ext>
            </a:extLst>
          </p:cNvPr>
          <p:cNvSpPr>
            <a:spLocks noGrp="1"/>
          </p:cNvSpPr>
          <p:nvPr/>
        </p:nvSpPr>
        <p:spPr>
          <a:xfrm>
            <a:off x="18449925" y="6372225"/>
            <a:ext cx="1628775" cy="123825"/>
          </a:xfrm>
          <a:prstGeom prst="rect">
            <a:avLst/>
          </a:prstGeom>
          <a:solidFill>
            <a:srgbClr val="FFFFFF"/>
          </a:solidFill>
          <a:ln w="8573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8" name="Illustrative indicator 2">
            <a:extLst>
              <a:ext uri="{FF2B5EF4-FFF2-40B4-BE49-F238E27FC236}">
                <a16:creationId xmlns:a16="http://schemas.microsoft.com/office/drawing/2014/main" id="{9F34D5E1-E33F-4861-A0DE-DE3F02F644BF}"/>
              </a:ext>
            </a:extLst>
          </p:cNvPr>
          <p:cNvSpPr>
            <a:spLocks noGrp="1"/>
          </p:cNvSpPr>
          <p:nvPr/>
        </p:nvSpPr>
        <p:spPr>
          <a:xfrm>
            <a:off x="18454688" y="6376988"/>
            <a:ext cx="1165860" cy="114300"/>
          </a:xfrm>
          <a:prstGeom prst="rect">
            <a:avLst/>
          </a:prstGeom>
          <a:solidFill>
            <a:srgbClr val="8FAFBE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9" name="Label Performance 1">
            <a:extLst>
              <a:ext uri="{FF2B5EF4-FFF2-40B4-BE49-F238E27FC236}">
                <a16:creationId xmlns:a16="http://schemas.microsoft.com/office/drawing/2014/main" id="{FC9522C4-C7DA-49A6-BBA7-0E2FF17DD6AC}"/>
              </a:ext>
            </a:extLst>
          </p:cNvPr>
          <p:cNvSpPr>
            <a:spLocks noGrp="1"/>
          </p:cNvSpPr>
          <p:nvPr/>
        </p:nvSpPr>
        <p:spPr>
          <a:xfrm>
            <a:off x="18373725" y="6534150"/>
            <a:ext cx="1781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0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Performance</a:t>
            </a:r>
          </a:p>
        </p:txBody>
      </p:sp>
      <p:sp>
        <p:nvSpPr>
          <p:cNvPr id="450" name="PPA indicator 3">
            <a:extLst>
              <a:ext uri="{FF2B5EF4-FFF2-40B4-BE49-F238E27FC236}">
                <a16:creationId xmlns:a16="http://schemas.microsoft.com/office/drawing/2014/main" id="{CB7A762A-EA83-4D12-B4EA-CC0BB6861505}"/>
              </a:ext>
            </a:extLst>
          </p:cNvPr>
          <p:cNvSpPr>
            <a:spLocks noGrp="1"/>
          </p:cNvSpPr>
          <p:nvPr/>
        </p:nvSpPr>
        <p:spPr>
          <a:xfrm>
            <a:off x="20469225" y="6372225"/>
            <a:ext cx="1628775" cy="123825"/>
          </a:xfrm>
          <a:prstGeom prst="rect">
            <a:avLst/>
          </a:prstGeom>
          <a:solidFill>
            <a:srgbClr val="FFFFFF"/>
          </a:solidFill>
          <a:ln w="8573">
            <a:solidFill>
              <a:srgbClr val="6879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1" name="Illustrative indicator 3">
            <a:extLst>
              <a:ext uri="{FF2B5EF4-FFF2-40B4-BE49-F238E27FC236}">
                <a16:creationId xmlns:a16="http://schemas.microsoft.com/office/drawing/2014/main" id="{6DDF53FF-3AD6-430C-857E-2284720C1054}"/>
              </a:ext>
            </a:extLst>
          </p:cNvPr>
          <p:cNvSpPr>
            <a:spLocks noGrp="1"/>
          </p:cNvSpPr>
          <p:nvPr/>
        </p:nvSpPr>
        <p:spPr>
          <a:xfrm>
            <a:off x="20473988" y="6376988"/>
            <a:ext cx="842010" cy="114300"/>
          </a:xfrm>
          <a:prstGeom prst="rect">
            <a:avLst/>
          </a:prstGeom>
          <a:solidFill>
            <a:srgbClr val="CFB67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2" name="Label Area 1">
            <a:extLst>
              <a:ext uri="{FF2B5EF4-FFF2-40B4-BE49-F238E27FC236}">
                <a16:creationId xmlns:a16="http://schemas.microsoft.com/office/drawing/2014/main" id="{1760141B-928C-461B-92A6-C312C43207AC}"/>
              </a:ext>
            </a:extLst>
          </p:cNvPr>
          <p:cNvSpPr>
            <a:spLocks noGrp="1"/>
          </p:cNvSpPr>
          <p:nvPr/>
        </p:nvSpPr>
        <p:spPr>
          <a:xfrm>
            <a:off x="20393025" y="6534150"/>
            <a:ext cx="1781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025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Area</a:t>
            </a:r>
          </a:p>
        </p:txBody>
      </p:sp>
      <p:sp>
        <p:nvSpPr>
          <p:cNvPr id="453" name="Connection 179">
            <a:extLst>
              <a:ext uri="{FF2B5EF4-FFF2-40B4-BE49-F238E27FC236}">
                <a16:creationId xmlns:a16="http://schemas.microsoft.com/office/drawing/2014/main" id="{76E69137-0FF7-40A1-8741-E8DA8506B420}"/>
              </a:ext>
            </a:extLst>
          </p:cNvPr>
          <p:cNvSpPr>
            <a:spLocks noGrp="1"/>
          </p:cNvSpPr>
          <p:nvPr/>
        </p:nvSpPr>
        <p:spPr>
          <a:xfrm>
            <a:off x="3952875" y="4010025"/>
            <a:ext cx="352425" cy="953"/>
          </a:xfrm>
          <a:custGeom>
            <a:avLst/>
            <a:gdLst/>
            <a:ahLst/>
            <a:cxnLst/>
            <a:rect l="0" t="0" r="0" b="0"/>
            <a:pathLst>
              <a:path w="352425" h="953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38100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4" name="Arrowhead 56">
            <a:extLst>
              <a:ext uri="{FF2B5EF4-FFF2-40B4-BE49-F238E27FC236}">
                <a16:creationId xmlns:a16="http://schemas.microsoft.com/office/drawing/2014/main" id="{8AC3692D-6097-47C2-AF7D-74957C81C22C}"/>
              </a:ext>
            </a:extLst>
          </p:cNvPr>
          <p:cNvSpPr>
            <a:spLocks noGrp="1"/>
          </p:cNvSpPr>
          <p:nvPr/>
        </p:nvSpPr>
        <p:spPr>
          <a:xfrm>
            <a:off x="4181475" y="3953066"/>
            <a:ext cx="123825" cy="113919"/>
          </a:xfrm>
          <a:custGeom>
            <a:avLst/>
            <a:gdLst/>
            <a:ahLst/>
            <a:cxnLst/>
            <a:rect l="0" t="0" r="0" b="0"/>
            <a:pathLst>
              <a:path w="123825" h="113919">
                <a:moveTo>
                  <a:pt x="123825" y="56960"/>
                </a:moveTo>
                <a:lnTo>
                  <a:pt x="0" y="113919"/>
                </a:lnTo>
                <a:lnTo>
                  <a:pt x="0" y="0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5" name="Connection 180">
            <a:extLst>
              <a:ext uri="{FF2B5EF4-FFF2-40B4-BE49-F238E27FC236}">
                <a16:creationId xmlns:a16="http://schemas.microsoft.com/office/drawing/2014/main" id="{452D2FBA-80B5-4C19-86B7-08B4D87E7661}"/>
              </a:ext>
            </a:extLst>
          </p:cNvPr>
          <p:cNvSpPr>
            <a:spLocks noGrp="1"/>
          </p:cNvSpPr>
          <p:nvPr/>
        </p:nvSpPr>
        <p:spPr>
          <a:xfrm>
            <a:off x="12544425" y="4010025"/>
            <a:ext cx="352425" cy="953"/>
          </a:xfrm>
          <a:custGeom>
            <a:avLst/>
            <a:gdLst/>
            <a:ahLst/>
            <a:cxnLst/>
            <a:rect l="0" t="0" r="0" b="0"/>
            <a:pathLst>
              <a:path w="352425" h="953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38100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6" name="Arrowhead 57">
            <a:extLst>
              <a:ext uri="{FF2B5EF4-FFF2-40B4-BE49-F238E27FC236}">
                <a16:creationId xmlns:a16="http://schemas.microsoft.com/office/drawing/2014/main" id="{A81F4764-405C-4E75-AC14-46B6754996E7}"/>
              </a:ext>
            </a:extLst>
          </p:cNvPr>
          <p:cNvSpPr>
            <a:spLocks noGrp="1"/>
          </p:cNvSpPr>
          <p:nvPr/>
        </p:nvSpPr>
        <p:spPr>
          <a:xfrm>
            <a:off x="12773025" y="3953066"/>
            <a:ext cx="123825" cy="113919"/>
          </a:xfrm>
          <a:custGeom>
            <a:avLst/>
            <a:gdLst/>
            <a:ahLst/>
            <a:cxnLst/>
            <a:rect l="0" t="0" r="0" b="0"/>
            <a:pathLst>
              <a:path w="123825" h="113919">
                <a:moveTo>
                  <a:pt x="123825" y="56960"/>
                </a:moveTo>
                <a:lnTo>
                  <a:pt x="0" y="113919"/>
                </a:lnTo>
                <a:lnTo>
                  <a:pt x="0" y="0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7" name="Connection 181">
            <a:extLst>
              <a:ext uri="{FF2B5EF4-FFF2-40B4-BE49-F238E27FC236}">
                <a16:creationId xmlns:a16="http://schemas.microsoft.com/office/drawing/2014/main" id="{A35D1CA2-4A22-4E0D-B18C-2DB430E3AAD2}"/>
              </a:ext>
            </a:extLst>
          </p:cNvPr>
          <p:cNvSpPr>
            <a:spLocks noGrp="1"/>
          </p:cNvSpPr>
          <p:nvPr/>
        </p:nvSpPr>
        <p:spPr>
          <a:xfrm>
            <a:off x="15801975" y="4010025"/>
            <a:ext cx="352425" cy="953"/>
          </a:xfrm>
          <a:custGeom>
            <a:avLst/>
            <a:gdLst/>
            <a:ahLst/>
            <a:cxnLst/>
            <a:rect l="0" t="0" r="0" b="0"/>
            <a:pathLst>
              <a:path w="352425" h="953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38100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8" name="Arrowhead 58">
            <a:extLst>
              <a:ext uri="{FF2B5EF4-FFF2-40B4-BE49-F238E27FC236}">
                <a16:creationId xmlns:a16="http://schemas.microsoft.com/office/drawing/2014/main" id="{DAD06B45-3BFF-49A4-9B9F-BBEE4E7B3375}"/>
              </a:ext>
            </a:extLst>
          </p:cNvPr>
          <p:cNvSpPr>
            <a:spLocks noGrp="1"/>
          </p:cNvSpPr>
          <p:nvPr/>
        </p:nvSpPr>
        <p:spPr>
          <a:xfrm>
            <a:off x="16030575" y="3953066"/>
            <a:ext cx="123825" cy="113919"/>
          </a:xfrm>
          <a:custGeom>
            <a:avLst/>
            <a:gdLst/>
            <a:ahLst/>
            <a:cxnLst/>
            <a:rect l="0" t="0" r="0" b="0"/>
            <a:pathLst>
              <a:path w="123825" h="113919">
                <a:moveTo>
                  <a:pt x="123825" y="56960"/>
                </a:moveTo>
                <a:lnTo>
                  <a:pt x="0" y="113919"/>
                </a:lnTo>
                <a:lnTo>
                  <a:pt x="0" y="0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9" name="Feedback route 3">
            <a:extLst>
              <a:ext uri="{FF2B5EF4-FFF2-40B4-BE49-F238E27FC236}">
                <a16:creationId xmlns:a16="http://schemas.microsoft.com/office/drawing/2014/main" id="{BD083730-1206-42A8-BE23-7873ADCCCE78}"/>
              </a:ext>
            </a:extLst>
          </p:cNvPr>
          <p:cNvSpPr>
            <a:spLocks noGrp="1"/>
          </p:cNvSpPr>
          <p:nvPr/>
        </p:nvSpPr>
        <p:spPr>
          <a:xfrm>
            <a:off x="8353425" y="619125"/>
            <a:ext cx="11077575" cy="523875"/>
          </a:xfrm>
          <a:custGeom>
            <a:avLst/>
            <a:gdLst/>
            <a:ahLst/>
            <a:cxnLst/>
            <a:rect l="0" t="0" r="0" b="0"/>
            <a:pathLst>
              <a:path w="11077575" h="523875">
                <a:moveTo>
                  <a:pt x="11077575" y="523875"/>
                </a:moveTo>
                <a:lnTo>
                  <a:pt x="11077575" y="0"/>
                </a:lnTo>
                <a:lnTo>
                  <a:pt x="0" y="0"/>
                </a:lnTo>
                <a:lnTo>
                  <a:pt x="0" y="514350"/>
                </a:lnTo>
              </a:path>
            </a:pathLst>
          </a:custGeom>
          <a:noFill/>
          <a:ln w="40005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0" name="Arrowhead 59">
            <a:extLst>
              <a:ext uri="{FF2B5EF4-FFF2-40B4-BE49-F238E27FC236}">
                <a16:creationId xmlns:a16="http://schemas.microsoft.com/office/drawing/2014/main" id="{2FE6F30D-7522-4330-85A2-EB28F58A20FB}"/>
              </a:ext>
            </a:extLst>
          </p:cNvPr>
          <p:cNvSpPr>
            <a:spLocks noGrp="1"/>
          </p:cNvSpPr>
          <p:nvPr/>
        </p:nvSpPr>
        <p:spPr>
          <a:xfrm>
            <a:off x="8287703" y="990600"/>
            <a:ext cx="131445" cy="142875"/>
          </a:xfrm>
          <a:custGeom>
            <a:avLst/>
            <a:gdLst/>
            <a:ahLst/>
            <a:cxnLst/>
            <a:rect l="0" t="0" r="0" b="0"/>
            <a:pathLst>
              <a:path w="131445" h="142875">
                <a:moveTo>
                  <a:pt x="65722" y="142875"/>
                </a:moveTo>
                <a:lnTo>
                  <a:pt x="0" y="0"/>
                </a:lnTo>
                <a:lnTo>
                  <a:pt x="131445" y="0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1" name="Label Reward 1">
            <a:extLst>
              <a:ext uri="{FF2B5EF4-FFF2-40B4-BE49-F238E27FC236}">
                <a16:creationId xmlns:a16="http://schemas.microsoft.com/office/drawing/2014/main" id="{EE90DB23-FDDE-4E5E-B22A-7C76F5F2FD47}"/>
              </a:ext>
            </a:extLst>
          </p:cNvPr>
          <p:cNvSpPr>
            <a:spLocks noGrp="1"/>
          </p:cNvSpPr>
          <p:nvPr/>
        </p:nvSpPr>
        <p:spPr>
          <a:xfrm>
            <a:off x="11906250" y="114300"/>
            <a:ext cx="395287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85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85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Reward</a:t>
            </a:r>
          </a:p>
        </p:txBody>
      </p:sp>
      <p:sp>
        <p:nvSpPr>
          <p:cNvPr id="462" name="Feedback route 4">
            <a:extLst>
              <a:ext uri="{FF2B5EF4-FFF2-40B4-BE49-F238E27FC236}">
                <a16:creationId xmlns:a16="http://schemas.microsoft.com/office/drawing/2014/main" id="{75FBE89F-9CCB-4045-88A1-1484B5E2BAD3}"/>
              </a:ext>
            </a:extLst>
          </p:cNvPr>
          <p:cNvSpPr>
            <a:spLocks noGrp="1"/>
          </p:cNvSpPr>
          <p:nvPr/>
        </p:nvSpPr>
        <p:spPr>
          <a:xfrm>
            <a:off x="2171700" y="6858000"/>
            <a:ext cx="17259300" cy="209550"/>
          </a:xfrm>
          <a:custGeom>
            <a:avLst/>
            <a:gdLst/>
            <a:ahLst/>
            <a:cxnLst/>
            <a:rect l="0" t="0" r="0" b="0"/>
            <a:pathLst>
              <a:path w="17259300" h="209550">
                <a:moveTo>
                  <a:pt x="17259300" y="0"/>
                </a:moveTo>
                <a:lnTo>
                  <a:pt x="17259300" y="209550"/>
                </a:lnTo>
                <a:lnTo>
                  <a:pt x="0" y="209550"/>
                </a:lnTo>
                <a:lnTo>
                  <a:pt x="0" y="9525"/>
                </a:lnTo>
              </a:path>
            </a:pathLst>
          </a:custGeom>
          <a:noFill/>
          <a:ln w="40005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3" name="Arrowhead 60">
            <a:extLst>
              <a:ext uri="{FF2B5EF4-FFF2-40B4-BE49-F238E27FC236}">
                <a16:creationId xmlns:a16="http://schemas.microsoft.com/office/drawing/2014/main" id="{F5340CF0-9D49-41A2-80FF-0BEF2E75A384}"/>
              </a:ext>
            </a:extLst>
          </p:cNvPr>
          <p:cNvSpPr>
            <a:spLocks noGrp="1"/>
          </p:cNvSpPr>
          <p:nvPr/>
        </p:nvSpPr>
        <p:spPr>
          <a:xfrm>
            <a:off x="2105978" y="6867525"/>
            <a:ext cx="131445" cy="142875"/>
          </a:xfrm>
          <a:custGeom>
            <a:avLst/>
            <a:gdLst/>
            <a:ahLst/>
            <a:cxnLst/>
            <a:rect l="0" t="0" r="0" b="0"/>
            <a:pathLst>
              <a:path w="131445" h="142875">
                <a:moveTo>
                  <a:pt x="65723" y="0"/>
                </a:moveTo>
                <a:lnTo>
                  <a:pt x="13144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326D82"/>
          </a:solidFill>
          <a:ln w="2858">
            <a:solidFill>
              <a:srgbClr val="326D8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4" name="Label Next State 1">
            <a:extLst>
              <a:ext uri="{FF2B5EF4-FFF2-40B4-BE49-F238E27FC236}">
                <a16:creationId xmlns:a16="http://schemas.microsoft.com/office/drawing/2014/main" id="{E9DBF5CE-84A6-412A-8A0D-950502AB4A71}"/>
              </a:ext>
            </a:extLst>
          </p:cNvPr>
          <p:cNvSpPr>
            <a:spLocks noGrp="1"/>
          </p:cNvSpPr>
          <p:nvPr/>
        </p:nvSpPr>
        <p:spPr>
          <a:xfrm>
            <a:off x="9715500" y="7143750"/>
            <a:ext cx="490537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85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850" b="1">
                <a:solidFill>
                  <a:srgbClr val="25343E"/>
                </a:solidFill>
                <a:latin typeface="Times New Roman"/>
                <a:ea typeface="Times New Roman"/>
                <a:cs typeface="Times New Roman"/>
              </a:defRPr>
            </a:pPr>
            <a:r>
              <a:t>Next State</a:t>
            </a:r>
          </a:p>
        </p:txBody>
      </p:sp>
      <p:sp>
        <p:nvSpPr>
          <p:cNvPr id="466" name="矩形 465">
            <a:extLst>
              <a:ext uri="{FF2B5EF4-FFF2-40B4-BE49-F238E27FC236}">
                <a16:creationId xmlns:a16="http://schemas.microsoft.com/office/drawing/2014/main" id="{67904976-CB8D-EADE-B9C3-0ACC0A7C4A24}"/>
              </a:ext>
            </a:extLst>
          </p:cNvPr>
          <p:cNvSpPr/>
          <p:nvPr/>
        </p:nvSpPr>
        <p:spPr>
          <a:xfrm>
            <a:off x="18490259" y="2184890"/>
            <a:ext cx="3045766" cy="1749604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5959354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Macintosh PowerPoint</Application>
  <DocSecurity>0</DocSecurity>
  <PresentationFormat>自訂</PresentationFormat>
  <Paragraphs>33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3" baseType="lpstr">
      <vt:lpstr>Times New Roman</vt:lpstr>
      <vt:lpstr>ChatGPT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許彧嘉 (113302528)</cp:lastModifiedBy>
  <cp:revision>1</cp:revision>
  <dcterms:created xsi:type="dcterms:W3CDTF">2026-10-16T15:11:19Z</dcterms:created>
  <dcterms:modified xsi:type="dcterms:W3CDTF">2026-10-16T15:20:23Z</dcterms:modified>
</cp:coreProperties>
</file>